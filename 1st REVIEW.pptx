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67" r:id="rId2"/>
    <p:sldId id="262" r:id="rId3"/>
    <p:sldId id="268" r:id="rId4"/>
    <p:sldId id="275" r:id="rId5"/>
    <p:sldId id="279" r:id="rId6"/>
    <p:sldId id="277" r:id="rId7"/>
    <p:sldId id="272" r:id="rId8"/>
    <p:sldId id="270" r:id="rId9"/>
    <p:sldId id="280" r:id="rId10"/>
    <p:sldId id="271" r:id="rId11"/>
    <p:sldId id="264" r:id="rId12"/>
    <p:sldId id="265" r:id="rId13"/>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1733973"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1733973"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1733973"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1733973"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1733973"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1733973"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1733973"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1733973"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1733973"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3175" cap="flat">
              <a:solidFill>
                <a:srgbClr val="FFFFFF"/>
              </a:solidFill>
              <a:prstDash val="solid"/>
              <a:round/>
            </a:ln>
          </a:left>
          <a:right>
            <a:ln w="3175" cap="flat">
              <a:solidFill>
                <a:srgbClr val="FFFFFF"/>
              </a:solidFill>
              <a:prstDash val="solid"/>
              <a:round/>
            </a:ln>
          </a:right>
          <a:top>
            <a:ln w="3175" cap="flat">
              <a:solidFill>
                <a:srgbClr val="FFFFFF"/>
              </a:solidFill>
              <a:prstDash val="solid"/>
              <a:round/>
            </a:ln>
          </a:top>
          <a:bottom>
            <a:ln w="3175"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ajor">
          <a:srgbClr val="FFFFFF"/>
        </a:fontRef>
        <a:srgbClr val="FFFFFF"/>
      </a:tcTxStyle>
      <a:tcStyle>
        <a:tcBdr>
          <a:left>
            <a:ln w="3175" cap="flat">
              <a:solidFill>
                <a:srgbClr val="FFFFFF"/>
              </a:solidFill>
              <a:prstDash val="solid"/>
              <a:round/>
            </a:ln>
          </a:left>
          <a:right>
            <a:ln w="3175" cap="flat">
              <a:solidFill>
                <a:srgbClr val="FFFFFF"/>
              </a:solidFill>
              <a:prstDash val="solid"/>
              <a:round/>
            </a:ln>
          </a:right>
          <a:top>
            <a:ln w="3175" cap="flat">
              <a:solidFill>
                <a:srgbClr val="FFFFFF"/>
              </a:solidFill>
              <a:prstDash val="solid"/>
              <a:round/>
            </a:ln>
          </a:top>
          <a:bottom>
            <a:ln w="3175"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3175" cap="flat">
              <a:solidFill>
                <a:srgbClr val="FFFFFF"/>
              </a:solidFill>
              <a:prstDash val="solid"/>
              <a:round/>
            </a:ln>
          </a:left>
          <a:right>
            <a:ln w="3175" cap="flat">
              <a:solidFill>
                <a:srgbClr val="FFFFFF"/>
              </a:solidFill>
              <a:prstDash val="solid"/>
              <a:round/>
            </a:ln>
          </a:right>
          <a:top>
            <a:ln w="25400" cap="flat">
              <a:solidFill>
                <a:srgbClr val="FFFFFF"/>
              </a:solidFill>
              <a:prstDash val="solid"/>
              <a:round/>
            </a:ln>
          </a:top>
          <a:bottom>
            <a:ln w="3175"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3175" cap="flat">
              <a:solidFill>
                <a:srgbClr val="FFFFFF"/>
              </a:solidFill>
              <a:prstDash val="solid"/>
              <a:round/>
            </a:ln>
          </a:left>
          <a:right>
            <a:ln w="3175" cap="flat">
              <a:solidFill>
                <a:srgbClr val="FFFFFF"/>
              </a:solidFill>
              <a:prstDash val="solid"/>
              <a:round/>
            </a:ln>
          </a:right>
          <a:top>
            <a:ln w="3175" cap="flat">
              <a:solidFill>
                <a:srgbClr val="FFFFFF"/>
              </a:solidFill>
              <a:prstDash val="solid"/>
              <a:round/>
            </a:ln>
          </a:top>
          <a:bottom>
            <a:ln w="25400"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3175" cap="flat">
              <a:solidFill>
                <a:srgbClr val="FFFFFF"/>
              </a:solidFill>
              <a:prstDash val="solid"/>
              <a:round/>
            </a:ln>
          </a:left>
          <a:right>
            <a:ln w="3175" cap="flat">
              <a:solidFill>
                <a:srgbClr val="FFFFFF"/>
              </a:solidFill>
              <a:prstDash val="solid"/>
              <a:round/>
            </a:ln>
          </a:right>
          <a:top>
            <a:ln w="3175" cap="flat">
              <a:solidFill>
                <a:srgbClr val="FFFFFF"/>
              </a:solidFill>
              <a:prstDash val="solid"/>
              <a:round/>
            </a:ln>
          </a:top>
          <a:bottom>
            <a:ln w="3175"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ajor">
          <a:srgbClr val="FFFFFF"/>
        </a:fontRef>
        <a:srgbClr val="FFFFFF"/>
      </a:tcTxStyle>
      <a:tcStyle>
        <a:tcBdr>
          <a:left>
            <a:ln w="3175" cap="flat">
              <a:solidFill>
                <a:srgbClr val="FFFFFF"/>
              </a:solidFill>
              <a:prstDash val="solid"/>
              <a:round/>
            </a:ln>
          </a:left>
          <a:right>
            <a:ln w="3175" cap="flat">
              <a:solidFill>
                <a:srgbClr val="FFFFFF"/>
              </a:solidFill>
              <a:prstDash val="solid"/>
              <a:round/>
            </a:ln>
          </a:right>
          <a:top>
            <a:ln w="3175" cap="flat">
              <a:solidFill>
                <a:srgbClr val="FFFFFF"/>
              </a:solidFill>
              <a:prstDash val="solid"/>
              <a:round/>
            </a:ln>
          </a:top>
          <a:bottom>
            <a:ln w="3175"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3175" cap="flat">
              <a:solidFill>
                <a:srgbClr val="FFFFFF"/>
              </a:solidFill>
              <a:prstDash val="solid"/>
              <a:round/>
            </a:ln>
          </a:left>
          <a:right>
            <a:ln w="3175" cap="flat">
              <a:solidFill>
                <a:srgbClr val="FFFFFF"/>
              </a:solidFill>
              <a:prstDash val="solid"/>
              <a:round/>
            </a:ln>
          </a:right>
          <a:top>
            <a:ln w="25400" cap="flat">
              <a:solidFill>
                <a:srgbClr val="FFFFFF"/>
              </a:solidFill>
              <a:prstDash val="solid"/>
              <a:round/>
            </a:ln>
          </a:top>
          <a:bottom>
            <a:ln w="3175"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3175" cap="flat">
              <a:solidFill>
                <a:srgbClr val="FFFFFF"/>
              </a:solidFill>
              <a:prstDash val="solid"/>
              <a:round/>
            </a:ln>
          </a:left>
          <a:right>
            <a:ln w="3175" cap="flat">
              <a:solidFill>
                <a:srgbClr val="FFFFFF"/>
              </a:solidFill>
              <a:prstDash val="solid"/>
              <a:round/>
            </a:ln>
          </a:right>
          <a:top>
            <a:ln w="3175" cap="flat">
              <a:solidFill>
                <a:srgbClr val="FFFFFF"/>
              </a:solidFill>
              <a:prstDash val="solid"/>
              <a:round/>
            </a:ln>
          </a:top>
          <a:bottom>
            <a:ln w="25400"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3175" cap="flat">
              <a:solidFill>
                <a:srgbClr val="FFFFFF"/>
              </a:solidFill>
              <a:prstDash val="solid"/>
              <a:round/>
            </a:ln>
          </a:left>
          <a:right>
            <a:ln w="3175" cap="flat">
              <a:solidFill>
                <a:srgbClr val="FFFFFF"/>
              </a:solidFill>
              <a:prstDash val="solid"/>
              <a:round/>
            </a:ln>
          </a:right>
          <a:top>
            <a:ln w="3175" cap="flat">
              <a:solidFill>
                <a:srgbClr val="FFFFFF"/>
              </a:solidFill>
              <a:prstDash val="solid"/>
              <a:round/>
            </a:ln>
          </a:top>
          <a:bottom>
            <a:ln w="3175"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ajor">
          <a:srgbClr val="FFFFFF"/>
        </a:fontRef>
        <a:srgbClr val="FFFFFF"/>
      </a:tcTxStyle>
      <a:tcStyle>
        <a:tcBdr>
          <a:left>
            <a:ln w="3175" cap="flat">
              <a:solidFill>
                <a:srgbClr val="FFFFFF"/>
              </a:solidFill>
              <a:prstDash val="solid"/>
              <a:round/>
            </a:ln>
          </a:left>
          <a:right>
            <a:ln w="3175" cap="flat">
              <a:solidFill>
                <a:srgbClr val="FFFFFF"/>
              </a:solidFill>
              <a:prstDash val="solid"/>
              <a:round/>
            </a:ln>
          </a:right>
          <a:top>
            <a:ln w="3175" cap="flat">
              <a:solidFill>
                <a:srgbClr val="FFFFFF"/>
              </a:solidFill>
              <a:prstDash val="solid"/>
              <a:round/>
            </a:ln>
          </a:top>
          <a:bottom>
            <a:ln w="3175"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3175" cap="flat">
              <a:solidFill>
                <a:srgbClr val="FFFFFF"/>
              </a:solidFill>
              <a:prstDash val="solid"/>
              <a:round/>
            </a:ln>
          </a:left>
          <a:right>
            <a:ln w="3175" cap="flat">
              <a:solidFill>
                <a:srgbClr val="FFFFFF"/>
              </a:solidFill>
              <a:prstDash val="solid"/>
              <a:round/>
            </a:ln>
          </a:right>
          <a:top>
            <a:ln w="25400" cap="flat">
              <a:solidFill>
                <a:srgbClr val="FFFFFF"/>
              </a:solidFill>
              <a:prstDash val="solid"/>
              <a:round/>
            </a:ln>
          </a:top>
          <a:bottom>
            <a:ln w="3175"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3175" cap="flat">
              <a:solidFill>
                <a:srgbClr val="FFFFFF"/>
              </a:solidFill>
              <a:prstDash val="solid"/>
              <a:round/>
            </a:ln>
          </a:left>
          <a:right>
            <a:ln w="3175" cap="flat">
              <a:solidFill>
                <a:srgbClr val="FFFFFF"/>
              </a:solidFill>
              <a:prstDash val="solid"/>
              <a:round/>
            </a:ln>
          </a:right>
          <a:top>
            <a:ln w="3175" cap="flat">
              <a:solidFill>
                <a:srgbClr val="FFFFFF"/>
              </a:solidFill>
              <a:prstDash val="solid"/>
              <a:round/>
            </a:ln>
          </a:top>
          <a:bottom>
            <a:ln w="25400"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3175" cap="flat">
              <a:noFill/>
              <a:miter lim="400000"/>
            </a:ln>
          </a:left>
          <a:right>
            <a:ln w="3175" cap="flat">
              <a:noFill/>
              <a:miter lim="400000"/>
            </a:ln>
          </a:right>
          <a:top>
            <a:ln w="3175" cap="flat">
              <a:noFill/>
              <a:miter lim="400000"/>
            </a:ln>
          </a:top>
          <a:bottom>
            <a:ln w="3175" cap="flat">
              <a:noFill/>
              <a:miter lim="400000"/>
            </a:ln>
          </a:bottom>
          <a:insideH>
            <a:ln w="3175" cap="flat">
              <a:noFill/>
              <a:miter lim="400000"/>
            </a:ln>
          </a:insideH>
          <a:insideV>
            <a:ln w="3175"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3175" cap="flat">
              <a:noFill/>
              <a:miter lim="400000"/>
            </a:ln>
          </a:left>
          <a:right>
            <a:ln w="3175" cap="flat">
              <a:noFill/>
              <a:miter lim="400000"/>
            </a:ln>
          </a:right>
          <a:top>
            <a:ln w="3175" cap="flat">
              <a:noFill/>
              <a:miter lim="400000"/>
            </a:ln>
          </a:top>
          <a:bottom>
            <a:ln w="3175" cap="flat">
              <a:noFill/>
              <a:miter lim="400000"/>
            </a:ln>
          </a:bottom>
          <a:insideH>
            <a:ln w="3175" cap="flat">
              <a:noFill/>
              <a:miter lim="400000"/>
            </a:ln>
          </a:insideH>
          <a:insideV>
            <a:ln w="3175" cap="flat">
              <a:noFill/>
              <a:miter lim="400000"/>
            </a:ln>
          </a:insideV>
        </a:tcBdr>
        <a:fill>
          <a:solidFill>
            <a:schemeClr val="accent1"/>
          </a:solidFill>
        </a:fill>
      </a:tcStyle>
    </a:firstCol>
    <a:lastRow>
      <a:tcTxStyle b="on" i="off">
        <a:fontRef idx="major">
          <a:srgbClr val="000000"/>
        </a:fontRef>
        <a:srgbClr val="000000"/>
      </a:tcTxStyle>
      <a:tcStyle>
        <a:tcBdr>
          <a:left>
            <a:ln w="3175" cap="flat">
              <a:noFill/>
              <a:miter lim="400000"/>
            </a:ln>
          </a:left>
          <a:right>
            <a:ln w="3175" cap="flat">
              <a:noFill/>
              <a:miter lim="400000"/>
            </a:ln>
          </a:right>
          <a:top>
            <a:ln w="38100" cap="flat">
              <a:solidFill>
                <a:srgbClr val="000000"/>
              </a:solidFill>
              <a:prstDash val="solid"/>
              <a:round/>
            </a:ln>
          </a:top>
          <a:bottom>
            <a:ln w="12700" cap="flat">
              <a:solidFill>
                <a:srgbClr val="000000"/>
              </a:solidFill>
              <a:prstDash val="solid"/>
              <a:round/>
            </a:ln>
          </a:bottom>
          <a:insideH>
            <a:ln w="3175" cap="flat">
              <a:noFill/>
              <a:miter lim="400000"/>
            </a:ln>
          </a:insideH>
          <a:insideV>
            <a:ln w="3175" cap="flat">
              <a:noFill/>
              <a:miter lim="400000"/>
            </a:ln>
          </a:insideV>
        </a:tcBdr>
        <a:fill>
          <a:solidFill>
            <a:srgbClr val="FFFFFF"/>
          </a:solidFill>
        </a:fill>
      </a:tcStyle>
    </a:lastRow>
    <a:firstRow>
      <a:tcTxStyle b="on" i="off">
        <a:fontRef idx="major">
          <a:srgbClr val="FFFFFF"/>
        </a:fontRef>
        <a:srgbClr val="FFFFFF"/>
      </a:tcTxStyle>
      <a:tcStyle>
        <a:tcBdr>
          <a:left>
            <a:ln w="3175" cap="flat">
              <a:noFill/>
              <a:miter lim="400000"/>
            </a:ln>
          </a:left>
          <a:right>
            <a:ln w="3175" cap="flat">
              <a:noFill/>
              <a:miter lim="400000"/>
            </a:ln>
          </a:right>
          <a:top>
            <a:ln w="12700" cap="flat">
              <a:solidFill>
                <a:srgbClr val="000000"/>
              </a:solidFill>
              <a:prstDash val="solid"/>
              <a:round/>
            </a:ln>
          </a:top>
          <a:bottom>
            <a:ln w="12700" cap="flat">
              <a:solidFill>
                <a:srgbClr val="000000"/>
              </a:solidFill>
              <a:prstDash val="solid"/>
              <a:round/>
            </a:ln>
          </a:bottom>
          <a:insideH>
            <a:ln w="3175" cap="flat">
              <a:noFill/>
              <a:miter lim="400000"/>
            </a:ln>
          </a:insideH>
          <a:insideV>
            <a:ln w="3175"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3175" cap="flat">
              <a:solidFill>
                <a:srgbClr val="FFFFFF"/>
              </a:solidFill>
              <a:prstDash val="solid"/>
              <a:round/>
            </a:ln>
          </a:left>
          <a:right>
            <a:ln w="3175" cap="flat">
              <a:solidFill>
                <a:srgbClr val="FFFFFF"/>
              </a:solidFill>
              <a:prstDash val="solid"/>
              <a:round/>
            </a:ln>
          </a:right>
          <a:top>
            <a:ln w="3175" cap="flat">
              <a:solidFill>
                <a:srgbClr val="FFFFFF"/>
              </a:solidFill>
              <a:prstDash val="solid"/>
              <a:round/>
            </a:ln>
          </a:top>
          <a:bottom>
            <a:ln w="3175"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3175" cap="flat">
              <a:solidFill>
                <a:srgbClr val="FFFFFF"/>
              </a:solidFill>
              <a:prstDash val="solid"/>
              <a:round/>
            </a:ln>
          </a:left>
          <a:right>
            <a:ln w="3175" cap="flat">
              <a:solidFill>
                <a:srgbClr val="FFFFFF"/>
              </a:solidFill>
              <a:prstDash val="solid"/>
              <a:round/>
            </a:ln>
          </a:right>
          <a:top>
            <a:ln w="3175" cap="flat">
              <a:solidFill>
                <a:srgbClr val="FFFFFF"/>
              </a:solidFill>
              <a:prstDash val="solid"/>
              <a:round/>
            </a:ln>
          </a:top>
          <a:bottom>
            <a:ln w="3175"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3175" cap="flat">
              <a:solidFill>
                <a:srgbClr val="FFFFFF"/>
              </a:solidFill>
              <a:prstDash val="solid"/>
              <a:round/>
            </a:ln>
          </a:left>
          <a:right>
            <a:ln w="3175" cap="flat">
              <a:solidFill>
                <a:srgbClr val="FFFFFF"/>
              </a:solidFill>
              <a:prstDash val="solid"/>
              <a:round/>
            </a:ln>
          </a:right>
          <a:top>
            <a:ln w="25400" cap="flat">
              <a:solidFill>
                <a:srgbClr val="FFFFFF"/>
              </a:solidFill>
              <a:prstDash val="solid"/>
              <a:round/>
            </a:ln>
          </a:top>
          <a:bottom>
            <a:ln w="3175"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3175" cap="flat">
              <a:solidFill>
                <a:srgbClr val="FFFFFF"/>
              </a:solidFill>
              <a:prstDash val="solid"/>
              <a:round/>
            </a:ln>
          </a:left>
          <a:right>
            <a:ln w="3175" cap="flat">
              <a:solidFill>
                <a:srgbClr val="FFFFFF"/>
              </a:solidFill>
              <a:prstDash val="solid"/>
              <a:round/>
            </a:ln>
          </a:right>
          <a:top>
            <a:ln w="3175" cap="flat">
              <a:solidFill>
                <a:srgbClr val="FFFFFF"/>
              </a:solidFill>
              <a:prstDash val="solid"/>
              <a:round/>
            </a:ln>
          </a:top>
          <a:bottom>
            <a:ln w="25400"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3175" cap="flat">
              <a:solidFill>
                <a:srgbClr val="000000"/>
              </a:solidFill>
              <a:prstDash val="solid"/>
              <a:round/>
            </a:ln>
          </a:left>
          <a:right>
            <a:ln w="3175" cap="flat">
              <a:solidFill>
                <a:srgbClr val="000000"/>
              </a:solidFill>
              <a:prstDash val="solid"/>
              <a:round/>
            </a:ln>
          </a:right>
          <a:top>
            <a:ln w="3175" cap="flat">
              <a:solidFill>
                <a:srgbClr val="000000"/>
              </a:solidFill>
              <a:prstDash val="solid"/>
              <a:round/>
            </a:ln>
          </a:top>
          <a:bottom>
            <a:ln w="3175" cap="flat">
              <a:solidFill>
                <a:srgbClr val="000000"/>
              </a:solidFill>
              <a:prstDash val="solid"/>
              <a:round/>
            </a:ln>
          </a:bottom>
          <a:insideH>
            <a:ln w="3175" cap="flat">
              <a:solidFill>
                <a:srgbClr val="000000"/>
              </a:solidFill>
              <a:prstDash val="solid"/>
              <a:round/>
            </a:ln>
          </a:insideH>
          <a:insideV>
            <a:ln w="3175"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3175" cap="flat">
              <a:solidFill>
                <a:srgbClr val="000000"/>
              </a:solidFill>
              <a:prstDash val="solid"/>
              <a:round/>
            </a:ln>
          </a:left>
          <a:right>
            <a:ln w="3175" cap="flat">
              <a:solidFill>
                <a:srgbClr val="000000"/>
              </a:solidFill>
              <a:prstDash val="solid"/>
              <a:round/>
            </a:ln>
          </a:right>
          <a:top>
            <a:ln w="3175" cap="flat">
              <a:solidFill>
                <a:srgbClr val="000000"/>
              </a:solidFill>
              <a:prstDash val="solid"/>
              <a:round/>
            </a:ln>
          </a:top>
          <a:bottom>
            <a:ln w="3175" cap="flat">
              <a:solidFill>
                <a:srgbClr val="000000"/>
              </a:solidFill>
              <a:prstDash val="solid"/>
              <a:round/>
            </a:ln>
          </a:bottom>
          <a:insideH>
            <a:ln w="3175" cap="flat">
              <a:solidFill>
                <a:srgbClr val="000000"/>
              </a:solidFill>
              <a:prstDash val="solid"/>
              <a:round/>
            </a:ln>
          </a:insideH>
          <a:insideV>
            <a:ln w="3175"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3175" cap="flat">
              <a:solidFill>
                <a:srgbClr val="000000"/>
              </a:solidFill>
              <a:prstDash val="solid"/>
              <a:round/>
            </a:ln>
          </a:left>
          <a:right>
            <a:ln w="3175" cap="flat">
              <a:solidFill>
                <a:srgbClr val="000000"/>
              </a:solidFill>
              <a:prstDash val="solid"/>
              <a:round/>
            </a:ln>
          </a:right>
          <a:top>
            <a:ln w="38100" cap="flat">
              <a:solidFill>
                <a:srgbClr val="000000"/>
              </a:solidFill>
              <a:prstDash val="solid"/>
              <a:round/>
            </a:ln>
          </a:top>
          <a:bottom>
            <a:ln w="3175" cap="flat">
              <a:solidFill>
                <a:srgbClr val="000000"/>
              </a:solidFill>
              <a:prstDash val="solid"/>
              <a:round/>
            </a:ln>
          </a:bottom>
          <a:insideH>
            <a:ln w="3175" cap="flat">
              <a:solidFill>
                <a:srgbClr val="000000"/>
              </a:solidFill>
              <a:prstDash val="solid"/>
              <a:round/>
            </a:ln>
          </a:insideH>
          <a:insideV>
            <a:ln w="3175" cap="flat">
              <a:solidFill>
                <a:srgbClr val="000000"/>
              </a:solidFill>
              <a:prstDash val="solid"/>
              <a:round/>
            </a:ln>
          </a:insideV>
        </a:tcBdr>
        <a:fill>
          <a:noFill/>
        </a:fill>
      </a:tcStyle>
    </a:lastRow>
    <a:firstRow>
      <a:tcTxStyle b="on" i="off">
        <a:fontRef idx="major">
          <a:srgbClr val="000000"/>
        </a:fontRef>
        <a:srgbClr val="000000"/>
      </a:tcTxStyle>
      <a:tcStyle>
        <a:tcBdr>
          <a:left>
            <a:ln w="3175" cap="flat">
              <a:solidFill>
                <a:srgbClr val="000000"/>
              </a:solidFill>
              <a:prstDash val="solid"/>
              <a:round/>
            </a:ln>
          </a:left>
          <a:right>
            <a:ln w="3175" cap="flat">
              <a:solidFill>
                <a:srgbClr val="000000"/>
              </a:solidFill>
              <a:prstDash val="solid"/>
              <a:round/>
            </a:ln>
          </a:right>
          <a:top>
            <a:ln w="3175" cap="flat">
              <a:solidFill>
                <a:srgbClr val="000000"/>
              </a:solidFill>
              <a:prstDash val="solid"/>
              <a:round/>
            </a:ln>
          </a:top>
          <a:bottom>
            <a:ln w="12700" cap="flat">
              <a:solidFill>
                <a:srgbClr val="000000"/>
              </a:solidFill>
              <a:prstDash val="solid"/>
              <a:round/>
            </a:ln>
          </a:bottom>
          <a:insideH>
            <a:ln w="3175" cap="flat">
              <a:solidFill>
                <a:srgbClr val="000000"/>
              </a:solidFill>
              <a:prstDash val="solid"/>
              <a:round/>
            </a:ln>
          </a:insideH>
          <a:insideV>
            <a:ln w="3175" cap="flat">
              <a:solidFill>
                <a:srgbClr val="000000"/>
              </a:solidFill>
              <a:prstDash val="solid"/>
              <a:round/>
            </a:ln>
          </a:insideV>
        </a:tcBdr>
        <a:fill>
          <a:noFill/>
        </a:fill>
      </a:tcStyle>
    </a:firstRow>
  </a:tblStyle>
  <a:tblStyle styleId="{8F44A2F1-9E1F-4B54-A3A2-5F16C0AD49E2}" styleName="">
    <a:tblBg/>
    <a:wholeTbl>
      <a:tcTxStyle b="off" i="off">
        <a:fontRef idx="minor">
          <a:srgbClr val="000000"/>
        </a:fontRef>
        <a:srgbClr val="000000"/>
      </a:tcTxStyle>
      <a:tcStyle>
        <a:tcBdr>
          <a:left>
            <a:ln w="3175" cap="flat">
              <a:solidFill>
                <a:srgbClr val="FFFFFF"/>
              </a:solidFill>
              <a:prstDash val="solid"/>
              <a:round/>
            </a:ln>
          </a:left>
          <a:right>
            <a:ln w="3175" cap="flat">
              <a:solidFill>
                <a:srgbClr val="FFFFFF"/>
              </a:solidFill>
              <a:prstDash val="solid"/>
              <a:round/>
            </a:ln>
          </a:right>
          <a:top>
            <a:ln w="3175" cap="flat">
              <a:solidFill>
                <a:srgbClr val="FFFFFF"/>
              </a:solidFill>
              <a:prstDash val="solid"/>
              <a:round/>
            </a:ln>
          </a:top>
          <a:bottom>
            <a:ln w="3175"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ajor">
          <a:srgbClr val="FFFFFF"/>
        </a:fontRef>
        <a:srgbClr val="FFFFFF"/>
      </a:tcTxStyle>
      <a:tcStyle>
        <a:tcBdr>
          <a:left>
            <a:ln w="3175" cap="flat">
              <a:solidFill>
                <a:srgbClr val="FFFFFF"/>
              </a:solidFill>
              <a:prstDash val="solid"/>
              <a:round/>
            </a:ln>
          </a:left>
          <a:right>
            <a:ln w="3175" cap="flat">
              <a:solidFill>
                <a:srgbClr val="FFFFFF"/>
              </a:solidFill>
              <a:prstDash val="solid"/>
              <a:round/>
            </a:ln>
          </a:right>
          <a:top>
            <a:ln w="3175" cap="flat">
              <a:solidFill>
                <a:srgbClr val="FFFFFF"/>
              </a:solidFill>
              <a:prstDash val="solid"/>
              <a:round/>
            </a:ln>
          </a:top>
          <a:bottom>
            <a:ln w="3175"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3175" cap="flat">
              <a:solidFill>
                <a:srgbClr val="FFFFFF"/>
              </a:solidFill>
              <a:prstDash val="solid"/>
              <a:round/>
            </a:ln>
          </a:left>
          <a:right>
            <a:ln w="3175" cap="flat">
              <a:solidFill>
                <a:srgbClr val="FFFFFF"/>
              </a:solidFill>
              <a:prstDash val="solid"/>
              <a:round/>
            </a:ln>
          </a:right>
          <a:top>
            <a:ln w="25400" cap="flat">
              <a:solidFill>
                <a:srgbClr val="FFFFFF"/>
              </a:solidFill>
              <a:prstDash val="solid"/>
              <a:round/>
            </a:ln>
          </a:top>
          <a:bottom>
            <a:ln w="3175"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3175" cap="flat">
              <a:solidFill>
                <a:srgbClr val="FFFFFF"/>
              </a:solidFill>
              <a:prstDash val="solid"/>
              <a:round/>
            </a:ln>
          </a:left>
          <a:right>
            <a:ln w="3175" cap="flat">
              <a:solidFill>
                <a:srgbClr val="FFFFFF"/>
              </a:solidFill>
              <a:prstDash val="solid"/>
              <a:round/>
            </a:ln>
          </a:right>
          <a:top>
            <a:ln w="3175" cap="flat">
              <a:solidFill>
                <a:srgbClr val="FFFFFF"/>
              </a:solidFill>
              <a:prstDash val="solid"/>
              <a:round/>
            </a:ln>
          </a:top>
          <a:bottom>
            <a:ln w="25400"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chemeClr val="accent1"/>
          </a:solidFill>
        </a:fill>
      </a:tcStyle>
    </a:firstRow>
  </a:tblStyle>
  <a:tblStyle styleId="{D51ADE6A-740E-44AE-83CC-AE7238B6C88D}" styleName="">
    <a:tblBg/>
    <a:wholeTbl>
      <a:tcTxStyle b="off" i="off">
        <a:fontRef idx="minor">
          <a:srgbClr val="000000"/>
        </a:fontRef>
        <a:srgbClr val="000000"/>
      </a:tcTxStyle>
      <a:tcStyle>
        <a:tcBdr>
          <a:left>
            <a:ln w="3175" cap="flat">
              <a:solidFill>
                <a:srgbClr val="FFFFFF"/>
              </a:solidFill>
              <a:prstDash val="solid"/>
              <a:round/>
            </a:ln>
          </a:left>
          <a:right>
            <a:ln w="3175" cap="flat">
              <a:solidFill>
                <a:srgbClr val="FFFFFF"/>
              </a:solidFill>
              <a:prstDash val="solid"/>
              <a:round/>
            </a:ln>
          </a:right>
          <a:top>
            <a:ln w="3175" cap="flat">
              <a:solidFill>
                <a:srgbClr val="FFFFFF"/>
              </a:solidFill>
              <a:prstDash val="solid"/>
              <a:round/>
            </a:ln>
          </a:top>
          <a:bottom>
            <a:ln w="3175"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ajor">
          <a:srgbClr val="FFFFFF"/>
        </a:fontRef>
        <a:srgbClr val="FFFFFF"/>
      </a:tcTxStyle>
      <a:tcStyle>
        <a:tcBdr>
          <a:left>
            <a:ln w="3175" cap="flat">
              <a:solidFill>
                <a:srgbClr val="FFFFFF"/>
              </a:solidFill>
              <a:prstDash val="solid"/>
              <a:round/>
            </a:ln>
          </a:left>
          <a:right>
            <a:ln w="3175" cap="flat">
              <a:solidFill>
                <a:srgbClr val="FFFFFF"/>
              </a:solidFill>
              <a:prstDash val="solid"/>
              <a:round/>
            </a:ln>
          </a:right>
          <a:top>
            <a:ln w="3175" cap="flat">
              <a:solidFill>
                <a:srgbClr val="FFFFFF"/>
              </a:solidFill>
              <a:prstDash val="solid"/>
              <a:round/>
            </a:ln>
          </a:top>
          <a:bottom>
            <a:ln w="3175"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3175" cap="flat">
              <a:solidFill>
                <a:srgbClr val="FFFFFF"/>
              </a:solidFill>
              <a:prstDash val="solid"/>
              <a:round/>
            </a:ln>
          </a:left>
          <a:right>
            <a:ln w="3175" cap="flat">
              <a:solidFill>
                <a:srgbClr val="FFFFFF"/>
              </a:solidFill>
              <a:prstDash val="solid"/>
              <a:round/>
            </a:ln>
          </a:right>
          <a:top>
            <a:ln w="25400" cap="flat">
              <a:solidFill>
                <a:srgbClr val="FFFFFF"/>
              </a:solidFill>
              <a:prstDash val="solid"/>
              <a:round/>
            </a:ln>
          </a:top>
          <a:bottom>
            <a:ln w="3175"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3175" cap="flat">
              <a:solidFill>
                <a:srgbClr val="FFFFFF"/>
              </a:solidFill>
              <a:prstDash val="solid"/>
              <a:round/>
            </a:ln>
          </a:left>
          <a:right>
            <a:ln w="3175" cap="flat">
              <a:solidFill>
                <a:srgbClr val="FFFFFF"/>
              </a:solidFill>
              <a:prstDash val="solid"/>
              <a:round/>
            </a:ln>
          </a:right>
          <a:top>
            <a:ln w="3175" cap="flat">
              <a:solidFill>
                <a:srgbClr val="FFFFFF"/>
              </a:solidFill>
              <a:prstDash val="solid"/>
              <a:round/>
            </a:ln>
          </a:top>
          <a:bottom>
            <a:ln w="25400" cap="flat">
              <a:solidFill>
                <a:srgbClr val="FFFFFF"/>
              </a:solidFill>
              <a:prstDash val="solid"/>
              <a:round/>
            </a:ln>
          </a:bottom>
          <a:insideH>
            <a:ln w="3175" cap="flat">
              <a:solidFill>
                <a:srgbClr val="FFFFFF"/>
              </a:solidFill>
              <a:prstDash val="solid"/>
              <a:round/>
            </a:ln>
          </a:insideH>
          <a:insideV>
            <a:ln w="3175" cap="flat">
              <a:solidFill>
                <a:srgbClr val="FFFFFF"/>
              </a:solidFill>
              <a:prstDash val="solid"/>
              <a:round/>
            </a:ln>
          </a:insideV>
        </a:tcBdr>
        <a:fill>
          <a:solidFill>
            <a:schemeClr val="accent1"/>
          </a:solidFill>
        </a:fill>
      </a:tcStyle>
    </a:firstRow>
  </a:tblStyle>
  <a:tblStyle styleId="{4A9BC294-FFE2-49D5-8D69-9E1BD2C41BD5}" styleName="">
    <a:tblBg/>
    <a:wholeTbl>
      <a:tcTxStyle b="off" i="off">
        <a:fontRef idx="minor">
          <a:srgbClr val="000000"/>
        </a:fontRef>
        <a:srgbClr val="000000"/>
      </a:tcTxStyle>
      <a:tcStyle>
        <a:tcBdr>
          <a:left>
            <a:ln w="3175" cap="flat">
              <a:solidFill>
                <a:srgbClr val="000000"/>
              </a:solidFill>
              <a:prstDash val="solid"/>
              <a:round/>
            </a:ln>
          </a:left>
          <a:right>
            <a:ln w="3175" cap="flat">
              <a:solidFill>
                <a:srgbClr val="000000"/>
              </a:solidFill>
              <a:prstDash val="solid"/>
              <a:round/>
            </a:ln>
          </a:right>
          <a:top>
            <a:ln w="3175" cap="flat">
              <a:solidFill>
                <a:srgbClr val="000000"/>
              </a:solidFill>
              <a:prstDash val="solid"/>
              <a:round/>
            </a:ln>
          </a:top>
          <a:bottom>
            <a:ln w="3175" cap="flat">
              <a:solidFill>
                <a:srgbClr val="000000"/>
              </a:solidFill>
              <a:prstDash val="solid"/>
              <a:round/>
            </a:ln>
          </a:bottom>
          <a:insideH>
            <a:ln w="3175" cap="flat">
              <a:solidFill>
                <a:srgbClr val="000000"/>
              </a:solidFill>
              <a:prstDash val="solid"/>
              <a:round/>
            </a:ln>
          </a:insideH>
          <a:insideV>
            <a:ln w="3175"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ff" i="off">
        <a:fontRef idx="minor">
          <a:srgbClr val="000000"/>
        </a:fontRef>
        <a:srgbClr val="000000"/>
      </a:tcTxStyle>
      <a:tcStyle>
        <a:tcBdr>
          <a:left>
            <a:ln w="3175" cap="flat">
              <a:solidFill>
                <a:srgbClr val="000000"/>
              </a:solidFill>
              <a:prstDash val="solid"/>
              <a:round/>
            </a:ln>
          </a:left>
          <a:right>
            <a:ln w="3175" cap="flat">
              <a:solidFill>
                <a:srgbClr val="000000"/>
              </a:solidFill>
              <a:prstDash val="solid"/>
              <a:round/>
            </a:ln>
          </a:right>
          <a:top>
            <a:ln w="3175" cap="flat">
              <a:solidFill>
                <a:srgbClr val="000000"/>
              </a:solidFill>
              <a:prstDash val="solid"/>
              <a:round/>
            </a:ln>
          </a:top>
          <a:bottom>
            <a:ln w="3175" cap="flat">
              <a:solidFill>
                <a:srgbClr val="000000"/>
              </a:solidFill>
              <a:prstDash val="solid"/>
              <a:round/>
            </a:ln>
          </a:bottom>
          <a:insideH>
            <a:ln w="3175" cap="flat">
              <a:solidFill>
                <a:srgbClr val="000000"/>
              </a:solidFill>
              <a:prstDash val="solid"/>
              <a:round/>
            </a:ln>
          </a:insideH>
          <a:insideV>
            <a:ln w="3175"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3175" cap="flat">
              <a:solidFill>
                <a:srgbClr val="000000"/>
              </a:solidFill>
              <a:prstDash val="solid"/>
              <a:round/>
            </a:ln>
          </a:left>
          <a:right>
            <a:ln w="3175" cap="flat">
              <a:solidFill>
                <a:srgbClr val="000000"/>
              </a:solidFill>
              <a:prstDash val="solid"/>
              <a:round/>
            </a:ln>
          </a:right>
          <a:top>
            <a:ln w="38100" cap="flat">
              <a:solidFill>
                <a:srgbClr val="000000"/>
              </a:solidFill>
              <a:prstDash val="solid"/>
              <a:round/>
            </a:ln>
          </a:top>
          <a:bottom>
            <a:ln w="3175" cap="flat">
              <a:solidFill>
                <a:srgbClr val="000000"/>
              </a:solidFill>
              <a:prstDash val="solid"/>
              <a:round/>
            </a:ln>
          </a:bottom>
          <a:insideH>
            <a:ln w="3175" cap="flat">
              <a:solidFill>
                <a:srgbClr val="000000"/>
              </a:solidFill>
              <a:prstDash val="solid"/>
              <a:round/>
            </a:ln>
          </a:insideH>
          <a:insideV>
            <a:ln w="3175" cap="flat">
              <a:solidFill>
                <a:srgbClr val="000000"/>
              </a:solidFill>
              <a:prstDash val="solid"/>
              <a:round/>
            </a:ln>
          </a:insideV>
        </a:tcBdr>
        <a:fill>
          <a:noFill/>
        </a:fill>
      </a:tcStyle>
    </a:lastRow>
    <a:firstRow>
      <a:tcTxStyle b="on" i="off">
        <a:fontRef idx="minor">
          <a:srgbClr val="000000"/>
        </a:fontRef>
        <a:srgbClr val="000000"/>
      </a:tcTxStyle>
      <a:tcStyle>
        <a:tcBdr>
          <a:left>
            <a:ln w="3175" cap="flat">
              <a:solidFill>
                <a:srgbClr val="000000"/>
              </a:solidFill>
              <a:prstDash val="solid"/>
              <a:round/>
            </a:ln>
          </a:left>
          <a:right>
            <a:ln w="3175" cap="flat">
              <a:solidFill>
                <a:srgbClr val="000000"/>
              </a:solidFill>
              <a:prstDash val="solid"/>
              <a:round/>
            </a:ln>
          </a:right>
          <a:top>
            <a:ln w="3175" cap="flat">
              <a:solidFill>
                <a:srgbClr val="000000"/>
              </a:solidFill>
              <a:prstDash val="solid"/>
              <a:round/>
            </a:ln>
          </a:top>
          <a:bottom>
            <a:ln w="12700" cap="flat">
              <a:solidFill>
                <a:srgbClr val="000000"/>
              </a:solidFill>
              <a:prstDash val="solid"/>
              <a:round/>
            </a:ln>
          </a:bottom>
          <a:insideH>
            <a:ln w="3175" cap="flat">
              <a:solidFill>
                <a:srgbClr val="000000"/>
              </a:solidFill>
              <a:prstDash val="solid"/>
              <a:round/>
            </a:ln>
          </a:insideH>
          <a:insideV>
            <a:ln w="3175"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58" d="100"/>
          <a:sy n="58" d="100"/>
        </p:scale>
        <p:origin x="147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1" name="Shape 91"/>
          <p:cNvSpPr>
            <a:spLocks noGrp="1" noRot="1" noChangeAspect="1"/>
          </p:cNvSpPr>
          <p:nvPr>
            <p:ph type="sldImg"/>
          </p:nvPr>
        </p:nvSpPr>
        <p:spPr>
          <a:xfrm>
            <a:off x="1143000" y="685800"/>
            <a:ext cx="4572000" cy="3429000"/>
          </a:xfrm>
          <a:prstGeom prst="rect">
            <a:avLst/>
          </a:prstGeom>
        </p:spPr>
        <p:txBody>
          <a:bodyPr/>
          <a:lstStyle/>
          <a:p>
            <a:endParaRPr/>
          </a:p>
        </p:txBody>
      </p:sp>
      <p:sp>
        <p:nvSpPr>
          <p:cNvPr id="92" name="Shape 9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1733973" latinLnBrk="0">
      <a:defRPr sz="2000">
        <a:latin typeface="+mj-lt"/>
        <a:ea typeface="+mj-ea"/>
        <a:cs typeface="+mj-cs"/>
        <a:sym typeface="Calibri"/>
      </a:defRPr>
    </a:lvl1pPr>
    <a:lvl2pPr indent="228600" defTabSz="1733973" latinLnBrk="0">
      <a:defRPr sz="2000">
        <a:latin typeface="+mj-lt"/>
        <a:ea typeface="+mj-ea"/>
        <a:cs typeface="+mj-cs"/>
        <a:sym typeface="Calibri"/>
      </a:defRPr>
    </a:lvl2pPr>
    <a:lvl3pPr indent="457200" defTabSz="1733973" latinLnBrk="0">
      <a:defRPr sz="2000">
        <a:latin typeface="+mj-lt"/>
        <a:ea typeface="+mj-ea"/>
        <a:cs typeface="+mj-cs"/>
        <a:sym typeface="Calibri"/>
      </a:defRPr>
    </a:lvl3pPr>
    <a:lvl4pPr indent="685800" defTabSz="1733973" latinLnBrk="0">
      <a:defRPr sz="2000">
        <a:latin typeface="+mj-lt"/>
        <a:ea typeface="+mj-ea"/>
        <a:cs typeface="+mj-cs"/>
        <a:sym typeface="Calibri"/>
      </a:defRPr>
    </a:lvl4pPr>
    <a:lvl5pPr indent="914400" defTabSz="1733973" latinLnBrk="0">
      <a:defRPr sz="2000">
        <a:latin typeface="+mj-lt"/>
        <a:ea typeface="+mj-ea"/>
        <a:cs typeface="+mj-cs"/>
        <a:sym typeface="Calibri"/>
      </a:defRPr>
    </a:lvl5pPr>
    <a:lvl6pPr indent="1143000" defTabSz="1733973" latinLnBrk="0">
      <a:defRPr sz="2000">
        <a:latin typeface="+mj-lt"/>
        <a:ea typeface="+mj-ea"/>
        <a:cs typeface="+mj-cs"/>
        <a:sym typeface="Calibri"/>
      </a:defRPr>
    </a:lvl6pPr>
    <a:lvl7pPr indent="1371600" defTabSz="1733973" latinLnBrk="0">
      <a:defRPr sz="2000">
        <a:latin typeface="+mj-lt"/>
        <a:ea typeface="+mj-ea"/>
        <a:cs typeface="+mj-cs"/>
        <a:sym typeface="Calibri"/>
      </a:defRPr>
    </a:lvl7pPr>
    <a:lvl8pPr indent="1600200" defTabSz="1733973" latinLnBrk="0">
      <a:defRPr sz="2000">
        <a:latin typeface="+mj-lt"/>
        <a:ea typeface="+mj-ea"/>
        <a:cs typeface="+mj-cs"/>
        <a:sym typeface="Calibri"/>
      </a:defRPr>
    </a:lvl8pPr>
    <a:lvl9pPr indent="1828800" defTabSz="1733973" latinLnBrk="0">
      <a:defRPr sz="20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itle Text"/>
          <p:cNvSpPr txBox="1">
            <a:spLocks noGrp="1"/>
          </p:cNvSpPr>
          <p:nvPr>
            <p:ph type="title"/>
          </p:nvPr>
        </p:nvSpPr>
        <p:spPr>
          <a:prstGeom prst="rect">
            <a:avLst/>
          </a:prstGeom>
        </p:spPr>
        <p:txBody>
          <a:bodyPr/>
          <a:lstStyle/>
          <a:p>
            <a:r>
              <a:t>Title Text</a:t>
            </a:r>
          </a:p>
        </p:txBody>
      </p:sp>
      <p:sp>
        <p:nvSpPr>
          <p:cNvPr id="12" name="Body Level One…"/>
          <p:cNvSpPr txBox="1">
            <a:spLocks noGrp="1"/>
          </p:cNvSpPr>
          <p:nvPr>
            <p:ph type="body" sz="quarter"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0" name="Title Text"/>
          <p:cNvSpPr txBox="1">
            <a:spLocks noGrp="1"/>
          </p:cNvSpPr>
          <p:nvPr>
            <p:ph type="title"/>
          </p:nvPr>
        </p:nvSpPr>
        <p:spPr>
          <a:xfrm>
            <a:off x="2113279" y="2353309"/>
            <a:ext cx="8778242" cy="914401"/>
          </a:xfrm>
          <a:prstGeom prst="rect">
            <a:avLst/>
          </a:prstGeom>
        </p:spPr>
        <p:txBody>
          <a:bodyPr/>
          <a:lstStyle/>
          <a:p>
            <a:r>
              <a:t>Title Text</a:t>
            </a:r>
          </a:p>
        </p:txBody>
      </p:sp>
      <p:sp>
        <p:nvSpPr>
          <p:cNvPr id="21" name="Body Level One…"/>
          <p:cNvSpPr txBox="1">
            <a:spLocks noGrp="1"/>
          </p:cNvSpPr>
          <p:nvPr>
            <p:ph type="body" sz="half" idx="1"/>
          </p:nvPr>
        </p:nvSpPr>
        <p:spPr>
          <a:xfrm>
            <a:off x="2113279" y="3413760"/>
            <a:ext cx="8778242" cy="3620772"/>
          </a:xfrm>
          <a:prstGeom prst="rect">
            <a:avLst/>
          </a:prstGeom>
        </p:spPr>
        <p:txBody>
          <a:bodyPr/>
          <a:lstStyle>
            <a:lvl1pPr marL="364331" indent="-364331" algn="just">
              <a:lnSpc>
                <a:spcPct val="150000"/>
              </a:lnSpc>
              <a:spcBef>
                <a:spcPts val="0"/>
              </a:spcBef>
              <a:buSzPct val="100000"/>
              <a:buFont typeface="Arial"/>
              <a:buChar char="•"/>
              <a:defRPr sz="3400">
                <a:solidFill>
                  <a:srgbClr val="000000"/>
                </a:solidFill>
                <a:latin typeface="+mn-lt"/>
                <a:ea typeface="+mn-ea"/>
                <a:cs typeface="+mn-cs"/>
                <a:sym typeface="Times New Roman"/>
              </a:defRPr>
            </a:lvl1pPr>
            <a:lvl2pPr marL="804182" indent="-346982" algn="just">
              <a:lnSpc>
                <a:spcPct val="150000"/>
              </a:lnSpc>
              <a:spcBef>
                <a:spcPts val="0"/>
              </a:spcBef>
              <a:buSzPct val="100000"/>
              <a:buFont typeface="Arial"/>
              <a:buChar char="–"/>
              <a:defRPr sz="3400">
                <a:solidFill>
                  <a:srgbClr val="000000"/>
                </a:solidFill>
                <a:latin typeface="+mn-lt"/>
                <a:ea typeface="+mn-ea"/>
                <a:cs typeface="+mn-cs"/>
                <a:sym typeface="Times New Roman"/>
              </a:defRPr>
            </a:lvl2pPr>
            <a:lvl3pPr marL="1238250" indent="-323850" algn="just">
              <a:lnSpc>
                <a:spcPct val="150000"/>
              </a:lnSpc>
              <a:spcBef>
                <a:spcPts val="0"/>
              </a:spcBef>
              <a:buSzPct val="100000"/>
              <a:buFont typeface="Arial"/>
              <a:buChar char="•"/>
              <a:defRPr sz="3400">
                <a:solidFill>
                  <a:srgbClr val="000000"/>
                </a:solidFill>
                <a:latin typeface="+mn-lt"/>
                <a:ea typeface="+mn-ea"/>
                <a:cs typeface="+mn-cs"/>
                <a:sym typeface="Times New Roman"/>
              </a:defRPr>
            </a:lvl3pPr>
            <a:lvl4pPr marL="1760220" indent="-388620" algn="just">
              <a:lnSpc>
                <a:spcPct val="150000"/>
              </a:lnSpc>
              <a:spcBef>
                <a:spcPts val="0"/>
              </a:spcBef>
              <a:buSzPct val="100000"/>
              <a:buFont typeface="Arial"/>
              <a:buChar char="–"/>
              <a:defRPr sz="3400">
                <a:solidFill>
                  <a:srgbClr val="000000"/>
                </a:solidFill>
                <a:latin typeface="+mn-lt"/>
                <a:ea typeface="+mn-ea"/>
                <a:cs typeface="+mn-cs"/>
                <a:sym typeface="Times New Roman"/>
              </a:defRPr>
            </a:lvl4pPr>
            <a:lvl5pPr marL="2217420" indent="-388620" algn="just">
              <a:lnSpc>
                <a:spcPct val="150000"/>
              </a:lnSpc>
              <a:spcBef>
                <a:spcPts val="0"/>
              </a:spcBef>
              <a:buSzPct val="100000"/>
              <a:buFont typeface="Arial"/>
              <a:buChar char="»"/>
              <a:defRPr sz="3400">
                <a:solidFill>
                  <a:srgbClr val="000000"/>
                </a:solidFill>
                <a:latin typeface="+mn-lt"/>
                <a:ea typeface="+mn-ea"/>
                <a:cs typeface="+mn-cs"/>
                <a:sym typeface="Times New Roman"/>
              </a:defRPr>
            </a:lvl5p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9" name="Title Text"/>
          <p:cNvSpPr txBox="1">
            <a:spLocks noGrp="1"/>
          </p:cNvSpPr>
          <p:nvPr>
            <p:ph type="title"/>
          </p:nvPr>
        </p:nvSpPr>
        <p:spPr>
          <a:xfrm>
            <a:off x="2396066" y="5659121"/>
            <a:ext cx="8290562" cy="1089660"/>
          </a:xfrm>
          <a:prstGeom prst="rect">
            <a:avLst/>
          </a:prstGeom>
        </p:spPr>
        <p:txBody>
          <a:bodyPr anchor="t"/>
          <a:lstStyle>
            <a:lvl1pPr algn="l">
              <a:defRPr sz="7200" b="1" cap="all"/>
            </a:lvl1pPr>
          </a:lstStyle>
          <a:p>
            <a:r>
              <a:t>Title Text</a:t>
            </a:r>
          </a:p>
        </p:txBody>
      </p:sp>
      <p:sp>
        <p:nvSpPr>
          <p:cNvPr id="30" name="Body Level One…"/>
          <p:cNvSpPr txBox="1">
            <a:spLocks noGrp="1"/>
          </p:cNvSpPr>
          <p:nvPr>
            <p:ph type="body" sz="quarter" idx="1"/>
          </p:nvPr>
        </p:nvSpPr>
        <p:spPr>
          <a:xfrm>
            <a:off x="2396066" y="4458970"/>
            <a:ext cx="8290562" cy="1200150"/>
          </a:xfrm>
          <a:prstGeom prst="rect">
            <a:avLst/>
          </a:prstGeom>
        </p:spPr>
        <p:txBody>
          <a:bodyPr anchor="b"/>
          <a:lstStyle>
            <a:lvl1pPr algn="l">
              <a:spcBef>
                <a:spcPts val="900"/>
              </a:spcBef>
              <a:defRPr sz="3400"/>
            </a:lvl1pPr>
            <a:lvl2pPr algn="l">
              <a:spcBef>
                <a:spcPts val="900"/>
              </a:spcBef>
              <a:defRPr sz="3400"/>
            </a:lvl2pPr>
            <a:lvl3pPr algn="l">
              <a:spcBef>
                <a:spcPts val="900"/>
              </a:spcBef>
              <a:defRPr sz="3400"/>
            </a:lvl3pPr>
            <a:lvl4pPr algn="l">
              <a:spcBef>
                <a:spcPts val="900"/>
              </a:spcBef>
              <a:defRPr sz="3400"/>
            </a:lvl4pPr>
            <a:lvl5pPr algn="l">
              <a:spcBef>
                <a:spcPts val="900"/>
              </a:spcBef>
              <a:defRPr sz="3400"/>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xfrm>
            <a:off x="10523811" y="7191591"/>
            <a:ext cx="367710" cy="346279"/>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8" name="Title Text"/>
          <p:cNvSpPr txBox="1">
            <a:spLocks noGrp="1"/>
          </p:cNvSpPr>
          <p:nvPr>
            <p:ph type="title"/>
          </p:nvPr>
        </p:nvSpPr>
        <p:spPr>
          <a:xfrm>
            <a:off x="2113279" y="2353309"/>
            <a:ext cx="8778241" cy="914401"/>
          </a:xfrm>
          <a:prstGeom prst="rect">
            <a:avLst/>
          </a:prstGeom>
        </p:spPr>
        <p:txBody>
          <a:bodyPr/>
          <a:lstStyle/>
          <a:p>
            <a:r>
              <a:t>Title Text</a:t>
            </a:r>
          </a:p>
        </p:txBody>
      </p:sp>
      <p:sp>
        <p:nvSpPr>
          <p:cNvPr id="39" name="Body Level One…"/>
          <p:cNvSpPr txBox="1">
            <a:spLocks noGrp="1"/>
          </p:cNvSpPr>
          <p:nvPr>
            <p:ph type="body" sz="quarter" idx="1"/>
          </p:nvPr>
        </p:nvSpPr>
        <p:spPr>
          <a:xfrm>
            <a:off x="2113279" y="3413761"/>
            <a:ext cx="4307841" cy="3620771"/>
          </a:xfrm>
          <a:prstGeom prst="rect">
            <a:avLst/>
          </a:prstGeom>
        </p:spPr>
        <p:txBody>
          <a:bodyPr/>
          <a:lstStyle>
            <a:lvl1pPr marL="612321" indent="-612321" algn="l">
              <a:spcBef>
                <a:spcPts val="1200"/>
              </a:spcBef>
              <a:buSzPct val="100000"/>
              <a:buFont typeface="Arial"/>
              <a:buChar char="•"/>
              <a:defRPr sz="5000">
                <a:solidFill>
                  <a:srgbClr val="000000"/>
                </a:solidFill>
              </a:defRPr>
            </a:lvl1pPr>
            <a:lvl2pPr marL="1052512" indent="-595312" algn="l">
              <a:spcBef>
                <a:spcPts val="1200"/>
              </a:spcBef>
              <a:buSzPct val="100000"/>
              <a:buFont typeface="Arial"/>
              <a:buChar char="–"/>
              <a:defRPr sz="5000">
                <a:solidFill>
                  <a:srgbClr val="000000"/>
                </a:solidFill>
              </a:defRPr>
            </a:lvl2pPr>
            <a:lvl3pPr marL="1485900" indent="-571500" algn="l">
              <a:spcBef>
                <a:spcPts val="1200"/>
              </a:spcBef>
              <a:buSzPct val="100000"/>
              <a:buFont typeface="Arial"/>
              <a:buChar char="•"/>
              <a:defRPr sz="5000">
                <a:solidFill>
                  <a:srgbClr val="000000"/>
                </a:solidFill>
              </a:defRPr>
            </a:lvl3pPr>
            <a:lvl4pPr marL="2006600" indent="-635000" algn="l">
              <a:spcBef>
                <a:spcPts val="1200"/>
              </a:spcBef>
              <a:buSzPct val="100000"/>
              <a:buFont typeface="Arial"/>
              <a:buChar char="–"/>
              <a:defRPr sz="5000">
                <a:solidFill>
                  <a:srgbClr val="000000"/>
                </a:solidFill>
              </a:defRPr>
            </a:lvl4pPr>
            <a:lvl5pPr marL="2463800" indent="-635000" algn="l">
              <a:spcBef>
                <a:spcPts val="1200"/>
              </a:spcBef>
              <a:buSzPct val="100000"/>
              <a:buFont typeface="Arial"/>
              <a:buChar char="»"/>
              <a:defRPr sz="5000">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xfrm>
            <a:off x="10523811" y="7191591"/>
            <a:ext cx="367710" cy="346279"/>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47" name="Title Text"/>
          <p:cNvSpPr txBox="1">
            <a:spLocks noGrp="1"/>
          </p:cNvSpPr>
          <p:nvPr>
            <p:ph type="title"/>
          </p:nvPr>
        </p:nvSpPr>
        <p:spPr>
          <a:xfrm>
            <a:off x="2113279" y="2353309"/>
            <a:ext cx="8778241" cy="914401"/>
          </a:xfrm>
          <a:prstGeom prst="rect">
            <a:avLst/>
          </a:prstGeom>
        </p:spPr>
        <p:txBody>
          <a:bodyPr/>
          <a:lstStyle/>
          <a:p>
            <a:r>
              <a:t>Title Text</a:t>
            </a:r>
          </a:p>
        </p:txBody>
      </p:sp>
      <p:sp>
        <p:nvSpPr>
          <p:cNvPr id="48" name="Body Level One…"/>
          <p:cNvSpPr txBox="1">
            <a:spLocks noGrp="1"/>
          </p:cNvSpPr>
          <p:nvPr>
            <p:ph type="body" sz="quarter" idx="1"/>
          </p:nvPr>
        </p:nvSpPr>
        <p:spPr>
          <a:xfrm>
            <a:off x="2113279" y="3361690"/>
            <a:ext cx="4309535" cy="511811"/>
          </a:xfrm>
          <a:prstGeom prst="rect">
            <a:avLst/>
          </a:prstGeom>
        </p:spPr>
        <p:txBody>
          <a:bodyPr anchor="b"/>
          <a:lstStyle>
            <a:lvl1pPr algn="l">
              <a:spcBef>
                <a:spcPts val="1000"/>
              </a:spcBef>
              <a:defRPr sz="4200" b="1">
                <a:solidFill>
                  <a:srgbClr val="000000"/>
                </a:solidFill>
              </a:defRPr>
            </a:lvl1pPr>
            <a:lvl2pPr algn="l">
              <a:spcBef>
                <a:spcPts val="1000"/>
              </a:spcBef>
              <a:defRPr sz="4200" b="1">
                <a:solidFill>
                  <a:srgbClr val="000000"/>
                </a:solidFill>
              </a:defRPr>
            </a:lvl2pPr>
            <a:lvl3pPr algn="l">
              <a:spcBef>
                <a:spcPts val="1000"/>
              </a:spcBef>
              <a:defRPr sz="4200" b="1">
                <a:solidFill>
                  <a:srgbClr val="000000"/>
                </a:solidFill>
              </a:defRPr>
            </a:lvl3pPr>
            <a:lvl4pPr algn="l">
              <a:spcBef>
                <a:spcPts val="1000"/>
              </a:spcBef>
              <a:defRPr sz="4200" b="1">
                <a:solidFill>
                  <a:srgbClr val="000000"/>
                </a:solidFill>
              </a:defRPr>
            </a:lvl4pPr>
            <a:lvl5pPr algn="l">
              <a:spcBef>
                <a:spcPts val="1000"/>
              </a:spcBef>
              <a:defRPr sz="4200" b="1">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49" name="Text Placeholder 4"/>
          <p:cNvSpPr>
            <a:spLocks noGrp="1"/>
          </p:cNvSpPr>
          <p:nvPr>
            <p:ph type="body" sz="quarter" idx="21"/>
          </p:nvPr>
        </p:nvSpPr>
        <p:spPr>
          <a:xfrm>
            <a:off x="6580294" y="3361690"/>
            <a:ext cx="4311228" cy="511811"/>
          </a:xfrm>
          <a:prstGeom prst="rect">
            <a:avLst/>
          </a:prstGeom>
          <a:ln w="12700"/>
        </p:spPr>
        <p:txBody>
          <a:bodyPr anchor="b"/>
          <a:lstStyle/>
          <a:p>
            <a:pPr algn="l">
              <a:spcBef>
                <a:spcPts val="1000"/>
              </a:spcBef>
              <a:defRPr sz="4200" b="1">
                <a:solidFill>
                  <a:srgbClr val="000000"/>
                </a:solidFill>
              </a:defRPr>
            </a:pPr>
            <a:endParaRPr/>
          </a:p>
        </p:txBody>
      </p:sp>
      <p:sp>
        <p:nvSpPr>
          <p:cNvPr id="50" name="Slide Number"/>
          <p:cNvSpPr txBox="1">
            <a:spLocks noGrp="1"/>
          </p:cNvSpPr>
          <p:nvPr>
            <p:ph type="sldNum" sz="quarter" idx="2"/>
          </p:nvPr>
        </p:nvSpPr>
        <p:spPr>
          <a:xfrm>
            <a:off x="10523811" y="7191591"/>
            <a:ext cx="367710" cy="346279"/>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57" name="Title Text"/>
          <p:cNvSpPr txBox="1">
            <a:spLocks noGrp="1"/>
          </p:cNvSpPr>
          <p:nvPr>
            <p:ph type="title"/>
          </p:nvPr>
        </p:nvSpPr>
        <p:spPr>
          <a:xfrm>
            <a:off x="2113279" y="2353309"/>
            <a:ext cx="8778241" cy="914401"/>
          </a:xfrm>
          <a:prstGeom prst="rect">
            <a:avLst/>
          </a:prstGeom>
        </p:spPr>
        <p:txBody>
          <a:bodyPr/>
          <a:lstStyle/>
          <a:p>
            <a:r>
              <a:t>Title Text</a:t>
            </a:r>
          </a:p>
        </p:txBody>
      </p:sp>
      <p:sp>
        <p:nvSpPr>
          <p:cNvPr id="58" name="Slide Number"/>
          <p:cNvSpPr txBox="1">
            <a:spLocks noGrp="1"/>
          </p:cNvSpPr>
          <p:nvPr>
            <p:ph type="sldNum" sz="quarter" idx="2"/>
          </p:nvPr>
        </p:nvSpPr>
        <p:spPr>
          <a:xfrm>
            <a:off x="10523811" y="7191591"/>
            <a:ext cx="367710" cy="346279"/>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5" name="Slide Number"/>
          <p:cNvSpPr txBox="1">
            <a:spLocks noGrp="1"/>
          </p:cNvSpPr>
          <p:nvPr>
            <p:ph type="sldNum" sz="quarter" idx="2"/>
          </p:nvPr>
        </p:nvSpPr>
        <p:spPr>
          <a:xfrm>
            <a:off x="10523811" y="7191591"/>
            <a:ext cx="367710" cy="346279"/>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2" name="Title Text"/>
          <p:cNvSpPr txBox="1">
            <a:spLocks noGrp="1"/>
          </p:cNvSpPr>
          <p:nvPr>
            <p:ph type="title"/>
          </p:nvPr>
        </p:nvSpPr>
        <p:spPr>
          <a:xfrm>
            <a:off x="2113280" y="2352039"/>
            <a:ext cx="3208869" cy="929641"/>
          </a:xfrm>
          <a:prstGeom prst="rect">
            <a:avLst/>
          </a:prstGeom>
        </p:spPr>
        <p:txBody>
          <a:bodyPr anchor="b"/>
          <a:lstStyle>
            <a:lvl1pPr algn="l">
              <a:defRPr sz="3400" b="1"/>
            </a:lvl1pPr>
          </a:lstStyle>
          <a:p>
            <a:r>
              <a:t>Title Text</a:t>
            </a:r>
          </a:p>
        </p:txBody>
      </p:sp>
      <p:sp>
        <p:nvSpPr>
          <p:cNvPr id="73" name="Body Level One…"/>
          <p:cNvSpPr txBox="1">
            <a:spLocks noGrp="1"/>
          </p:cNvSpPr>
          <p:nvPr>
            <p:ph type="body" sz="half" idx="1"/>
          </p:nvPr>
        </p:nvSpPr>
        <p:spPr>
          <a:xfrm>
            <a:off x="5438986" y="2352040"/>
            <a:ext cx="5452535" cy="4682492"/>
          </a:xfrm>
          <a:prstGeom prst="rect">
            <a:avLst/>
          </a:prstGeom>
        </p:spPr>
        <p:txBody>
          <a:bodyPr/>
          <a:lstStyle>
            <a:lvl1pPr marL="364331" indent="-364331" algn="just">
              <a:lnSpc>
                <a:spcPct val="150000"/>
              </a:lnSpc>
              <a:spcBef>
                <a:spcPts val="0"/>
              </a:spcBef>
              <a:buSzPct val="100000"/>
              <a:buFont typeface="Arial"/>
              <a:buChar char="•"/>
              <a:defRPr sz="3400">
                <a:solidFill>
                  <a:srgbClr val="000000"/>
                </a:solidFill>
                <a:latin typeface="+mn-lt"/>
                <a:ea typeface="+mn-ea"/>
                <a:cs typeface="+mn-cs"/>
                <a:sym typeface="Times New Roman"/>
              </a:defRPr>
            </a:lvl1pPr>
            <a:lvl2pPr marL="804182" indent="-346982" algn="just">
              <a:lnSpc>
                <a:spcPct val="150000"/>
              </a:lnSpc>
              <a:spcBef>
                <a:spcPts val="0"/>
              </a:spcBef>
              <a:buSzPct val="100000"/>
              <a:buFont typeface="Arial"/>
              <a:buChar char="–"/>
              <a:defRPr sz="3400">
                <a:solidFill>
                  <a:srgbClr val="000000"/>
                </a:solidFill>
                <a:latin typeface="+mn-lt"/>
                <a:ea typeface="+mn-ea"/>
                <a:cs typeface="+mn-cs"/>
                <a:sym typeface="Times New Roman"/>
              </a:defRPr>
            </a:lvl2pPr>
            <a:lvl3pPr marL="1238250" indent="-323850" algn="just">
              <a:lnSpc>
                <a:spcPct val="150000"/>
              </a:lnSpc>
              <a:spcBef>
                <a:spcPts val="0"/>
              </a:spcBef>
              <a:buSzPct val="100000"/>
              <a:buFont typeface="Arial"/>
              <a:buChar char="•"/>
              <a:defRPr sz="3400">
                <a:solidFill>
                  <a:srgbClr val="000000"/>
                </a:solidFill>
                <a:latin typeface="+mn-lt"/>
                <a:ea typeface="+mn-ea"/>
                <a:cs typeface="+mn-cs"/>
                <a:sym typeface="Times New Roman"/>
              </a:defRPr>
            </a:lvl3pPr>
            <a:lvl4pPr marL="1760220" indent="-388620" algn="just">
              <a:lnSpc>
                <a:spcPct val="150000"/>
              </a:lnSpc>
              <a:spcBef>
                <a:spcPts val="0"/>
              </a:spcBef>
              <a:buSzPct val="100000"/>
              <a:buFont typeface="Arial"/>
              <a:buChar char="–"/>
              <a:defRPr sz="3400">
                <a:solidFill>
                  <a:srgbClr val="000000"/>
                </a:solidFill>
                <a:latin typeface="+mn-lt"/>
                <a:ea typeface="+mn-ea"/>
                <a:cs typeface="+mn-cs"/>
                <a:sym typeface="Times New Roman"/>
              </a:defRPr>
            </a:lvl4pPr>
            <a:lvl5pPr marL="2217420" indent="-388620" algn="just">
              <a:lnSpc>
                <a:spcPct val="150000"/>
              </a:lnSpc>
              <a:spcBef>
                <a:spcPts val="0"/>
              </a:spcBef>
              <a:buSzPct val="100000"/>
              <a:buFont typeface="Arial"/>
              <a:buChar char="»"/>
              <a:defRPr sz="3400">
                <a:solidFill>
                  <a:srgbClr val="000000"/>
                </a:solidFill>
                <a:latin typeface="+mn-lt"/>
                <a:ea typeface="+mn-ea"/>
                <a:cs typeface="+mn-cs"/>
                <a:sym typeface="Times New Roman"/>
              </a:defRPr>
            </a:lvl5pPr>
          </a:lstStyle>
          <a:p>
            <a:r>
              <a:t>Body Level One</a:t>
            </a:r>
          </a:p>
          <a:p>
            <a:pPr lvl="1"/>
            <a:r>
              <a:t>Body Level Two</a:t>
            </a:r>
          </a:p>
          <a:p>
            <a:pPr lvl="2"/>
            <a:r>
              <a:t>Body Level Three</a:t>
            </a:r>
          </a:p>
          <a:p>
            <a:pPr lvl="3"/>
            <a:r>
              <a:t>Body Level Four</a:t>
            </a:r>
          </a:p>
          <a:p>
            <a:pPr lvl="4"/>
            <a:r>
              <a:t>Body Level Five</a:t>
            </a:r>
          </a:p>
        </p:txBody>
      </p:sp>
      <p:sp>
        <p:nvSpPr>
          <p:cNvPr id="74" name="Text Placeholder 3"/>
          <p:cNvSpPr>
            <a:spLocks noGrp="1"/>
          </p:cNvSpPr>
          <p:nvPr>
            <p:ph type="body" sz="quarter" idx="21"/>
          </p:nvPr>
        </p:nvSpPr>
        <p:spPr>
          <a:xfrm>
            <a:off x="2113280" y="3281681"/>
            <a:ext cx="3208869" cy="3752851"/>
          </a:xfrm>
          <a:prstGeom prst="rect">
            <a:avLst/>
          </a:prstGeom>
          <a:ln w="12700"/>
        </p:spPr>
        <p:txBody>
          <a:bodyPr/>
          <a:lstStyle/>
          <a:p>
            <a:pPr algn="l">
              <a:spcBef>
                <a:spcPts val="600"/>
              </a:spcBef>
              <a:defRPr sz="2400">
                <a:solidFill>
                  <a:srgbClr val="000000"/>
                </a:solidFill>
              </a:defRPr>
            </a:pPr>
            <a:endParaRPr/>
          </a:p>
        </p:txBody>
      </p:sp>
      <p:sp>
        <p:nvSpPr>
          <p:cNvPr id="75" name="Slide Number"/>
          <p:cNvSpPr txBox="1">
            <a:spLocks noGrp="1"/>
          </p:cNvSpPr>
          <p:nvPr>
            <p:ph type="sldNum" sz="quarter" idx="2"/>
          </p:nvPr>
        </p:nvSpPr>
        <p:spPr>
          <a:xfrm>
            <a:off x="10523811" y="7191591"/>
            <a:ext cx="367710" cy="346279"/>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2" name="Title Text"/>
          <p:cNvSpPr txBox="1">
            <a:spLocks noGrp="1"/>
          </p:cNvSpPr>
          <p:nvPr>
            <p:ph type="title"/>
          </p:nvPr>
        </p:nvSpPr>
        <p:spPr>
          <a:xfrm>
            <a:off x="3537373" y="5974079"/>
            <a:ext cx="5852161" cy="453392"/>
          </a:xfrm>
          <a:prstGeom prst="rect">
            <a:avLst/>
          </a:prstGeom>
        </p:spPr>
        <p:txBody>
          <a:bodyPr anchor="b"/>
          <a:lstStyle>
            <a:lvl1pPr algn="l">
              <a:defRPr sz="3400" b="1"/>
            </a:lvl1pPr>
          </a:lstStyle>
          <a:p>
            <a:r>
              <a:t>Title Text</a:t>
            </a:r>
          </a:p>
        </p:txBody>
      </p:sp>
      <p:sp>
        <p:nvSpPr>
          <p:cNvPr id="83" name="Picture Placeholder 2"/>
          <p:cNvSpPr>
            <a:spLocks noGrp="1"/>
          </p:cNvSpPr>
          <p:nvPr>
            <p:ph type="pic" sz="quarter" idx="21"/>
          </p:nvPr>
        </p:nvSpPr>
        <p:spPr>
          <a:xfrm>
            <a:off x="3537373" y="2623819"/>
            <a:ext cx="5852161" cy="3291841"/>
          </a:xfrm>
          <a:prstGeom prst="rect">
            <a:avLst/>
          </a:prstGeom>
          <a:ln w="12700"/>
        </p:spPr>
        <p:txBody>
          <a:bodyPr lIns="91439" tIns="45719" rIns="91439" bIns="45719">
            <a:noAutofit/>
          </a:bodyPr>
          <a:lstStyle/>
          <a:p>
            <a:endParaRPr/>
          </a:p>
        </p:txBody>
      </p:sp>
      <p:sp>
        <p:nvSpPr>
          <p:cNvPr id="84" name="Body Level One…"/>
          <p:cNvSpPr txBox="1">
            <a:spLocks noGrp="1"/>
          </p:cNvSpPr>
          <p:nvPr>
            <p:ph type="body" sz="quarter" idx="1"/>
          </p:nvPr>
        </p:nvSpPr>
        <p:spPr>
          <a:xfrm>
            <a:off x="3537373" y="6427470"/>
            <a:ext cx="5852161" cy="643891"/>
          </a:xfrm>
          <a:prstGeom prst="rect">
            <a:avLst/>
          </a:prstGeom>
        </p:spPr>
        <p:txBody>
          <a:bodyPr/>
          <a:lstStyle>
            <a:lvl1pPr>
              <a:spcBef>
                <a:spcPts val="600"/>
              </a:spcBef>
              <a:defRPr sz="2400">
                <a:solidFill>
                  <a:srgbClr val="000000"/>
                </a:solidFill>
                <a:latin typeface="+mn-lt"/>
                <a:ea typeface="+mn-ea"/>
                <a:cs typeface="+mn-cs"/>
                <a:sym typeface="Times New Roman"/>
              </a:defRPr>
            </a:lvl1pPr>
            <a:lvl2pPr>
              <a:spcBef>
                <a:spcPts val="600"/>
              </a:spcBef>
              <a:defRPr sz="2400">
                <a:solidFill>
                  <a:srgbClr val="000000"/>
                </a:solidFill>
                <a:latin typeface="+mn-lt"/>
                <a:ea typeface="+mn-ea"/>
                <a:cs typeface="+mn-cs"/>
                <a:sym typeface="Times New Roman"/>
              </a:defRPr>
            </a:lvl2pPr>
            <a:lvl3pPr>
              <a:spcBef>
                <a:spcPts val="600"/>
              </a:spcBef>
              <a:defRPr sz="2400">
                <a:solidFill>
                  <a:srgbClr val="000000"/>
                </a:solidFill>
                <a:latin typeface="+mn-lt"/>
                <a:ea typeface="+mn-ea"/>
                <a:cs typeface="+mn-cs"/>
                <a:sym typeface="Times New Roman"/>
              </a:defRPr>
            </a:lvl3pPr>
            <a:lvl4pPr>
              <a:spcBef>
                <a:spcPts val="600"/>
              </a:spcBef>
              <a:defRPr sz="2400">
                <a:solidFill>
                  <a:srgbClr val="000000"/>
                </a:solidFill>
                <a:latin typeface="+mn-lt"/>
                <a:ea typeface="+mn-ea"/>
                <a:cs typeface="+mn-cs"/>
                <a:sym typeface="Times New Roman"/>
              </a:defRPr>
            </a:lvl4pPr>
            <a:lvl5pPr>
              <a:spcBef>
                <a:spcPts val="600"/>
              </a:spcBef>
              <a:defRPr sz="2400">
                <a:solidFill>
                  <a:srgbClr val="000000"/>
                </a:solidFill>
                <a:latin typeface="+mn-lt"/>
                <a:ea typeface="+mn-ea"/>
                <a:cs typeface="+mn-cs"/>
                <a:sym typeface="Times New Roman"/>
              </a:defRPr>
            </a:lvl5pPr>
          </a:lstStyle>
          <a:p>
            <a:r>
              <a:t>Body Level One</a:t>
            </a:r>
          </a:p>
          <a:p>
            <a:pPr lvl="1"/>
            <a:r>
              <a:t>Body Level Two</a:t>
            </a:r>
          </a:p>
          <a:p>
            <a:pPr lvl="2"/>
            <a:r>
              <a:t>Body Level Three</a:t>
            </a:r>
          </a:p>
          <a:p>
            <a:pPr lvl="3"/>
            <a:r>
              <a:t>Body Level Four</a:t>
            </a:r>
          </a:p>
          <a:p>
            <a:pPr lvl="4"/>
            <a:r>
              <a:t>Body Level Five</a:t>
            </a:r>
          </a:p>
        </p:txBody>
      </p:sp>
      <p:sp>
        <p:nvSpPr>
          <p:cNvPr id="85" name="Slide Number"/>
          <p:cNvSpPr txBox="1">
            <a:spLocks noGrp="1"/>
          </p:cNvSpPr>
          <p:nvPr>
            <p:ph type="sldNum" sz="quarter" idx="2"/>
          </p:nvPr>
        </p:nvSpPr>
        <p:spPr>
          <a:xfrm>
            <a:off x="10523811" y="7191591"/>
            <a:ext cx="367710" cy="346279"/>
          </a:xfrm>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2357119" y="3837940"/>
            <a:ext cx="8290562" cy="117602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8767" tIns="48767" rIns="48767" bIns="48767" anchor="ctr">
            <a:normAutofit/>
          </a:bodyPr>
          <a:lstStyle/>
          <a:p>
            <a:r>
              <a:t>Title Text</a:t>
            </a:r>
          </a:p>
        </p:txBody>
      </p:sp>
      <p:sp>
        <p:nvSpPr>
          <p:cNvPr id="3" name="Body Level One…"/>
          <p:cNvSpPr txBox="1">
            <a:spLocks noGrp="1"/>
          </p:cNvSpPr>
          <p:nvPr>
            <p:ph type="body" idx="1"/>
          </p:nvPr>
        </p:nvSpPr>
        <p:spPr>
          <a:xfrm>
            <a:off x="3088639" y="5242560"/>
            <a:ext cx="6827522" cy="140208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8767" tIns="48767" rIns="48767" bIns="48767">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0523811" y="7191592"/>
            <a:ext cx="367710" cy="346278"/>
          </a:xfrm>
          <a:prstGeom prst="rect">
            <a:avLst/>
          </a:prstGeom>
          <a:ln w="3175">
            <a:miter lim="400000"/>
          </a:ln>
        </p:spPr>
        <p:txBody>
          <a:bodyPr wrap="none" lIns="48767" tIns="48767" rIns="48767" bIns="48767" anchor="ctr">
            <a:spAutoFit/>
          </a:bodyPr>
          <a:lstStyle>
            <a:lvl1pPr algn="r">
              <a:defRPr sz="2000">
                <a:solidFill>
                  <a:srgbClr val="888888"/>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txStyles>
    <p:titleStyle>
      <a:lvl1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1pPr>
      <a:lvl2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2pPr>
      <a:lvl3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3pPr>
      <a:lvl4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4pPr>
      <a:lvl5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5pPr>
      <a:lvl6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6pPr>
      <a:lvl7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7pPr>
      <a:lvl8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8pPr>
      <a:lvl9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9pPr>
    </p:titleStyle>
    <p:bodyStyle>
      <a:lvl1pPr marL="0" marR="0" indent="0" algn="ctr" defTabSz="1733973" rtl="0" latinLnBrk="0">
        <a:lnSpc>
          <a:spcPct val="100000"/>
        </a:lnSpc>
        <a:spcBef>
          <a:spcPts val="1400"/>
        </a:spcBef>
        <a:spcAft>
          <a:spcPts val="0"/>
        </a:spcAft>
        <a:buClrTx/>
        <a:buSzTx/>
        <a:buFontTx/>
        <a:buNone/>
        <a:tabLst/>
        <a:defRPr sz="5800" b="0" i="0" u="none" strike="noStrike" cap="none" spc="0" baseline="0">
          <a:solidFill>
            <a:srgbClr val="888888"/>
          </a:solidFill>
          <a:uFillTx/>
          <a:latin typeface="+mj-lt"/>
          <a:ea typeface="+mj-ea"/>
          <a:cs typeface="+mj-cs"/>
          <a:sym typeface="Calibri"/>
        </a:defRPr>
      </a:lvl1pPr>
      <a:lvl2pPr marL="0" marR="0" indent="457200" algn="ctr" defTabSz="1733973" rtl="0" latinLnBrk="0">
        <a:lnSpc>
          <a:spcPct val="100000"/>
        </a:lnSpc>
        <a:spcBef>
          <a:spcPts val="1400"/>
        </a:spcBef>
        <a:spcAft>
          <a:spcPts val="0"/>
        </a:spcAft>
        <a:buClrTx/>
        <a:buSzTx/>
        <a:buFontTx/>
        <a:buNone/>
        <a:tabLst/>
        <a:defRPr sz="5800" b="0" i="0" u="none" strike="noStrike" cap="none" spc="0" baseline="0">
          <a:solidFill>
            <a:srgbClr val="888888"/>
          </a:solidFill>
          <a:uFillTx/>
          <a:latin typeface="+mj-lt"/>
          <a:ea typeface="+mj-ea"/>
          <a:cs typeface="+mj-cs"/>
          <a:sym typeface="Calibri"/>
        </a:defRPr>
      </a:lvl2pPr>
      <a:lvl3pPr marL="0" marR="0" indent="914400" algn="ctr" defTabSz="1733973" rtl="0" latinLnBrk="0">
        <a:lnSpc>
          <a:spcPct val="100000"/>
        </a:lnSpc>
        <a:spcBef>
          <a:spcPts val="1400"/>
        </a:spcBef>
        <a:spcAft>
          <a:spcPts val="0"/>
        </a:spcAft>
        <a:buClrTx/>
        <a:buSzTx/>
        <a:buFontTx/>
        <a:buNone/>
        <a:tabLst/>
        <a:defRPr sz="5800" b="0" i="0" u="none" strike="noStrike" cap="none" spc="0" baseline="0">
          <a:solidFill>
            <a:srgbClr val="888888"/>
          </a:solidFill>
          <a:uFillTx/>
          <a:latin typeface="+mj-lt"/>
          <a:ea typeface="+mj-ea"/>
          <a:cs typeface="+mj-cs"/>
          <a:sym typeface="Calibri"/>
        </a:defRPr>
      </a:lvl3pPr>
      <a:lvl4pPr marL="0" marR="0" indent="1371600" algn="ctr" defTabSz="1733973" rtl="0" latinLnBrk="0">
        <a:lnSpc>
          <a:spcPct val="100000"/>
        </a:lnSpc>
        <a:spcBef>
          <a:spcPts val="1400"/>
        </a:spcBef>
        <a:spcAft>
          <a:spcPts val="0"/>
        </a:spcAft>
        <a:buClrTx/>
        <a:buSzTx/>
        <a:buFontTx/>
        <a:buNone/>
        <a:tabLst/>
        <a:defRPr sz="5800" b="0" i="0" u="none" strike="noStrike" cap="none" spc="0" baseline="0">
          <a:solidFill>
            <a:srgbClr val="888888"/>
          </a:solidFill>
          <a:uFillTx/>
          <a:latin typeface="+mj-lt"/>
          <a:ea typeface="+mj-ea"/>
          <a:cs typeface="+mj-cs"/>
          <a:sym typeface="Calibri"/>
        </a:defRPr>
      </a:lvl4pPr>
      <a:lvl5pPr marL="0" marR="0" indent="1828800" algn="ctr" defTabSz="1733973" rtl="0" latinLnBrk="0">
        <a:lnSpc>
          <a:spcPct val="100000"/>
        </a:lnSpc>
        <a:spcBef>
          <a:spcPts val="1400"/>
        </a:spcBef>
        <a:spcAft>
          <a:spcPts val="0"/>
        </a:spcAft>
        <a:buClrTx/>
        <a:buSzTx/>
        <a:buFontTx/>
        <a:buNone/>
        <a:tabLst/>
        <a:defRPr sz="5800" b="0" i="0" u="none" strike="noStrike" cap="none" spc="0" baseline="0">
          <a:solidFill>
            <a:srgbClr val="888888"/>
          </a:solidFill>
          <a:uFillTx/>
          <a:latin typeface="+mj-lt"/>
          <a:ea typeface="+mj-ea"/>
          <a:cs typeface="+mj-cs"/>
          <a:sym typeface="Calibri"/>
        </a:defRPr>
      </a:lvl5pPr>
      <a:lvl6pPr marL="0" marR="0" indent="2286000" algn="ctr" defTabSz="1733973" rtl="0" latinLnBrk="0">
        <a:lnSpc>
          <a:spcPct val="100000"/>
        </a:lnSpc>
        <a:spcBef>
          <a:spcPts val="1400"/>
        </a:spcBef>
        <a:spcAft>
          <a:spcPts val="0"/>
        </a:spcAft>
        <a:buClrTx/>
        <a:buSzTx/>
        <a:buFontTx/>
        <a:buNone/>
        <a:tabLst/>
        <a:defRPr sz="5800" b="0" i="0" u="none" strike="noStrike" cap="none" spc="0" baseline="0">
          <a:solidFill>
            <a:srgbClr val="888888"/>
          </a:solidFill>
          <a:uFillTx/>
          <a:latin typeface="+mj-lt"/>
          <a:ea typeface="+mj-ea"/>
          <a:cs typeface="+mj-cs"/>
          <a:sym typeface="Calibri"/>
        </a:defRPr>
      </a:lvl6pPr>
      <a:lvl7pPr marL="0" marR="0" indent="2743200" algn="ctr" defTabSz="1733973" rtl="0" latinLnBrk="0">
        <a:lnSpc>
          <a:spcPct val="100000"/>
        </a:lnSpc>
        <a:spcBef>
          <a:spcPts val="1400"/>
        </a:spcBef>
        <a:spcAft>
          <a:spcPts val="0"/>
        </a:spcAft>
        <a:buClrTx/>
        <a:buSzTx/>
        <a:buFontTx/>
        <a:buNone/>
        <a:tabLst/>
        <a:defRPr sz="5800" b="0" i="0" u="none" strike="noStrike" cap="none" spc="0" baseline="0">
          <a:solidFill>
            <a:srgbClr val="888888"/>
          </a:solidFill>
          <a:uFillTx/>
          <a:latin typeface="+mj-lt"/>
          <a:ea typeface="+mj-ea"/>
          <a:cs typeface="+mj-cs"/>
          <a:sym typeface="Calibri"/>
        </a:defRPr>
      </a:lvl7pPr>
      <a:lvl8pPr marL="0" marR="0" indent="3200400" algn="ctr" defTabSz="1733973" rtl="0" latinLnBrk="0">
        <a:lnSpc>
          <a:spcPct val="100000"/>
        </a:lnSpc>
        <a:spcBef>
          <a:spcPts val="1400"/>
        </a:spcBef>
        <a:spcAft>
          <a:spcPts val="0"/>
        </a:spcAft>
        <a:buClrTx/>
        <a:buSzTx/>
        <a:buFontTx/>
        <a:buNone/>
        <a:tabLst/>
        <a:defRPr sz="5800" b="0" i="0" u="none" strike="noStrike" cap="none" spc="0" baseline="0">
          <a:solidFill>
            <a:srgbClr val="888888"/>
          </a:solidFill>
          <a:uFillTx/>
          <a:latin typeface="+mj-lt"/>
          <a:ea typeface="+mj-ea"/>
          <a:cs typeface="+mj-cs"/>
          <a:sym typeface="Calibri"/>
        </a:defRPr>
      </a:lvl8pPr>
      <a:lvl9pPr marL="0" marR="0" indent="3657600" algn="ctr" defTabSz="1733973" rtl="0" latinLnBrk="0">
        <a:lnSpc>
          <a:spcPct val="100000"/>
        </a:lnSpc>
        <a:spcBef>
          <a:spcPts val="1400"/>
        </a:spcBef>
        <a:spcAft>
          <a:spcPts val="0"/>
        </a:spcAft>
        <a:buClrTx/>
        <a:buSzTx/>
        <a:buFontTx/>
        <a:buNone/>
        <a:tabLst/>
        <a:defRPr sz="5800" b="0" i="0" u="none" strike="noStrike" cap="none" spc="0" baseline="0">
          <a:solidFill>
            <a:srgbClr val="888888"/>
          </a:solidFill>
          <a:uFillTx/>
          <a:latin typeface="+mj-lt"/>
          <a:ea typeface="+mj-ea"/>
          <a:cs typeface="+mj-cs"/>
          <a:sym typeface="Calibri"/>
        </a:defRPr>
      </a:lvl9pPr>
    </p:bodyStyle>
    <p:otherStyle>
      <a:lvl1pPr marL="0" marR="0" indent="0" algn="r" defTabSz="1733973"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Calibri"/>
        </a:defRPr>
      </a:lvl1pPr>
      <a:lvl2pPr marL="0" marR="0" indent="457200" algn="r" defTabSz="1733973"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Calibri"/>
        </a:defRPr>
      </a:lvl2pPr>
      <a:lvl3pPr marL="0" marR="0" indent="914400" algn="r" defTabSz="1733973"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Calibri"/>
        </a:defRPr>
      </a:lvl3pPr>
      <a:lvl4pPr marL="0" marR="0" indent="1371600" algn="r" defTabSz="1733973"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Calibri"/>
        </a:defRPr>
      </a:lvl4pPr>
      <a:lvl5pPr marL="0" marR="0" indent="1828800" algn="r" defTabSz="1733973"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Calibri"/>
        </a:defRPr>
      </a:lvl5pPr>
      <a:lvl6pPr marL="0" marR="0" indent="2286000" algn="r" defTabSz="1733973"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Calibri"/>
        </a:defRPr>
      </a:lvl6pPr>
      <a:lvl7pPr marL="0" marR="0" indent="2743200" algn="r" defTabSz="1733973"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Calibri"/>
        </a:defRPr>
      </a:lvl7pPr>
      <a:lvl8pPr marL="0" marR="0" indent="3200400" algn="r" defTabSz="1733973"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Calibri"/>
        </a:defRPr>
      </a:lvl8pPr>
      <a:lvl9pPr marL="0" marR="0" indent="3657600" algn="r" defTabSz="1733973"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C343C-76FD-A3FD-337C-C7E6358B6A99}"/>
            </a:ext>
          </a:extLst>
        </p:cNvPr>
        <p:cNvGrpSpPr/>
        <p:nvPr/>
      </p:nvGrpSpPr>
      <p:grpSpPr>
        <a:xfrm>
          <a:off x="0" y="0"/>
          <a:ext cx="0" cy="0"/>
          <a:chOff x="0" y="0"/>
          <a:chExt cx="0" cy="0"/>
        </a:xfrm>
      </p:grpSpPr>
      <p:pic>
        <p:nvPicPr>
          <p:cNvPr id="94" name="Picture 2" descr="Picture 2">
            <a:extLst>
              <a:ext uri="{FF2B5EF4-FFF2-40B4-BE49-F238E27FC236}">
                <a16:creationId xmlns:a16="http://schemas.microsoft.com/office/drawing/2014/main" id="{8BE69960-1614-6DA8-0EB3-384726457F83}"/>
              </a:ext>
            </a:extLst>
          </p:cNvPr>
          <p:cNvPicPr>
            <a:picLocks noChangeAspect="1"/>
          </p:cNvPicPr>
          <p:nvPr/>
        </p:nvPicPr>
        <p:blipFill>
          <a:blip r:embed="rId2"/>
          <a:stretch>
            <a:fillRect/>
          </a:stretch>
        </p:blipFill>
        <p:spPr>
          <a:xfrm>
            <a:off x="-4392" y="7843924"/>
            <a:ext cx="13013584" cy="1917902"/>
          </a:xfrm>
          <a:prstGeom prst="rect">
            <a:avLst/>
          </a:prstGeom>
          <a:ln w="12700">
            <a:miter lim="400000"/>
          </a:ln>
        </p:spPr>
      </p:pic>
      <p:sp>
        <p:nvSpPr>
          <p:cNvPr id="95" name="TextBox 4">
            <a:extLst>
              <a:ext uri="{FF2B5EF4-FFF2-40B4-BE49-F238E27FC236}">
                <a16:creationId xmlns:a16="http://schemas.microsoft.com/office/drawing/2014/main" id="{571AC8BB-3274-A493-3C26-E873CFE4D31C}"/>
              </a:ext>
            </a:extLst>
          </p:cNvPr>
          <p:cNvSpPr txBox="1"/>
          <p:nvPr/>
        </p:nvSpPr>
        <p:spPr>
          <a:xfrm>
            <a:off x="1205864" y="4905044"/>
            <a:ext cx="5671202" cy="2376033"/>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8767" tIns="48767" rIns="48767" bIns="48767">
            <a:spAutoFit/>
          </a:bodyPr>
          <a:lstStyle/>
          <a:p>
            <a:pPr algn="ctr">
              <a:defRPr sz="2400" b="1">
                <a:effectLst>
                  <a:outerShdw blurRad="38100" dist="38100" dir="2700000" rotWithShape="0">
                    <a:srgbClr val="000000">
                      <a:alpha val="43137"/>
                    </a:srgbClr>
                  </a:outerShdw>
                </a:effectLst>
                <a:latin typeface="+mn-lt"/>
                <a:ea typeface="+mn-ea"/>
                <a:cs typeface="+mn-cs"/>
                <a:sym typeface="Times New Roman"/>
              </a:defRPr>
            </a:pPr>
            <a:r>
              <a:rPr sz="2800" u="sng" dirty="0"/>
              <a:t>Presented by</a:t>
            </a:r>
            <a:endParaRPr lang="en-IN" sz="2800" u="sng" dirty="0"/>
          </a:p>
          <a:p>
            <a:pPr algn="ctr">
              <a:defRPr sz="2400" b="1">
                <a:effectLst>
                  <a:outerShdw blurRad="38100" dist="38100" dir="2700000" rotWithShape="0">
                    <a:srgbClr val="000000">
                      <a:alpha val="43137"/>
                    </a:srgbClr>
                  </a:outerShdw>
                </a:effectLst>
                <a:latin typeface="+mn-lt"/>
                <a:ea typeface="+mn-ea"/>
                <a:cs typeface="+mn-cs"/>
                <a:sym typeface="Times New Roman"/>
              </a:defRPr>
            </a:pPr>
            <a:r>
              <a:rPr lang="en-IN" dirty="0"/>
              <a:t>Abhishek S R</a:t>
            </a:r>
          </a:p>
          <a:p>
            <a:pPr algn="ctr">
              <a:defRPr sz="2400" b="1">
                <a:effectLst>
                  <a:outerShdw blurRad="38100" dist="38100" dir="2700000" rotWithShape="0">
                    <a:srgbClr val="000000">
                      <a:alpha val="43137"/>
                    </a:srgbClr>
                  </a:outerShdw>
                </a:effectLst>
                <a:latin typeface="+mn-lt"/>
                <a:ea typeface="+mn-ea"/>
                <a:cs typeface="+mn-cs"/>
                <a:sym typeface="Times New Roman"/>
              </a:defRPr>
            </a:pPr>
            <a:r>
              <a:rPr lang="en-IN" dirty="0"/>
              <a:t>Deepan Raj K</a:t>
            </a:r>
          </a:p>
          <a:p>
            <a:pPr algn="ctr">
              <a:defRPr sz="2400" b="1">
                <a:effectLst>
                  <a:outerShdw blurRad="38100" dist="38100" dir="2700000" rotWithShape="0">
                    <a:srgbClr val="000000">
                      <a:alpha val="43137"/>
                    </a:srgbClr>
                  </a:outerShdw>
                </a:effectLst>
                <a:latin typeface="+mn-lt"/>
                <a:ea typeface="+mn-ea"/>
                <a:cs typeface="+mn-cs"/>
                <a:sym typeface="Times New Roman"/>
              </a:defRPr>
            </a:pPr>
            <a:r>
              <a:rPr lang="en-IN" dirty="0"/>
              <a:t>Vidhya Vinayaga K G</a:t>
            </a:r>
          </a:p>
          <a:p>
            <a:pPr algn="ctr">
              <a:defRPr sz="2400">
                <a:latin typeface="+mn-lt"/>
                <a:ea typeface="+mn-ea"/>
                <a:cs typeface="+mn-cs"/>
                <a:sym typeface="Times New Roman"/>
              </a:defRPr>
            </a:pPr>
            <a:r>
              <a:rPr dirty="0"/>
              <a:t>Department of ECE</a:t>
            </a:r>
          </a:p>
          <a:p>
            <a:pPr algn="ctr">
              <a:defRPr sz="2400">
                <a:latin typeface="+mn-lt"/>
                <a:ea typeface="+mn-ea"/>
                <a:cs typeface="+mn-cs"/>
                <a:sym typeface="Times New Roman"/>
              </a:defRPr>
            </a:pPr>
            <a:r>
              <a:rPr dirty="0"/>
              <a:t>School of EEE</a:t>
            </a:r>
          </a:p>
        </p:txBody>
      </p:sp>
      <p:sp>
        <p:nvSpPr>
          <p:cNvPr id="96" name="TextBox 5">
            <a:extLst>
              <a:ext uri="{FF2B5EF4-FFF2-40B4-BE49-F238E27FC236}">
                <a16:creationId xmlns:a16="http://schemas.microsoft.com/office/drawing/2014/main" id="{9FF45386-BCA6-1E43-EBEF-47B3FEB1940E}"/>
              </a:ext>
            </a:extLst>
          </p:cNvPr>
          <p:cNvSpPr txBox="1"/>
          <p:nvPr/>
        </p:nvSpPr>
        <p:spPr>
          <a:xfrm>
            <a:off x="6706164" y="5157355"/>
            <a:ext cx="5105918" cy="163736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8767" tIns="48767" rIns="48767" bIns="48767" anchor="ctr">
            <a:spAutoFit/>
          </a:bodyPr>
          <a:lstStyle/>
          <a:p>
            <a:pPr algn="ctr">
              <a:defRPr sz="2400" b="1">
                <a:effectLst>
                  <a:outerShdw blurRad="38100" dist="38100" dir="2700000" rotWithShape="0">
                    <a:srgbClr val="000000">
                      <a:alpha val="43137"/>
                    </a:srgbClr>
                  </a:outerShdw>
                </a:effectLst>
                <a:latin typeface="+mn-lt"/>
                <a:ea typeface="+mn-ea"/>
                <a:cs typeface="+mn-cs"/>
                <a:sym typeface="Times New Roman"/>
              </a:defRPr>
            </a:pPr>
            <a:r>
              <a:rPr sz="2800" u="sng" dirty="0"/>
              <a:t>Supervised by</a:t>
            </a:r>
          </a:p>
          <a:p>
            <a:pPr algn="ctr">
              <a:defRPr sz="2400" spc="0">
                <a:effectLst>
                  <a:outerShdw blurRad="38100" dist="38100" dir="2700000" rotWithShape="0">
                    <a:srgbClr val="000000">
                      <a:alpha val="43137"/>
                    </a:srgbClr>
                  </a:outerShdw>
                </a:effectLst>
                <a:latin typeface="+mn-lt"/>
                <a:ea typeface="+mn-ea"/>
                <a:cs typeface="+mn-cs"/>
                <a:sym typeface="Times New Roman"/>
              </a:defRPr>
            </a:pPr>
            <a:r>
              <a:rPr b="1" dirty="0"/>
              <a:t>Dr.</a:t>
            </a:r>
            <a:r>
              <a:rPr lang="en-IN" b="1" dirty="0"/>
              <a:t>J Siva</a:t>
            </a:r>
            <a:endParaRPr b="1" dirty="0"/>
          </a:p>
          <a:p>
            <a:pPr algn="ctr">
              <a:defRPr sz="2400" spc="0">
                <a:latin typeface="+mn-lt"/>
                <a:ea typeface="+mn-ea"/>
                <a:cs typeface="+mn-cs"/>
                <a:sym typeface="Times New Roman"/>
              </a:defRPr>
            </a:pPr>
            <a:r>
              <a:rPr dirty="0"/>
              <a:t>School of</a:t>
            </a:r>
            <a:r>
              <a:rPr lang="en-US" dirty="0"/>
              <a:t> EEE</a:t>
            </a:r>
            <a:endParaRPr dirty="0"/>
          </a:p>
          <a:p>
            <a:pPr algn="ctr">
              <a:defRPr sz="2400" spc="0">
                <a:latin typeface="+mn-lt"/>
                <a:ea typeface="+mn-ea"/>
                <a:cs typeface="+mn-cs"/>
                <a:sym typeface="Times New Roman"/>
              </a:defRPr>
            </a:pPr>
            <a:r>
              <a:rPr dirty="0"/>
              <a:t>SASTRA</a:t>
            </a:r>
          </a:p>
        </p:txBody>
      </p:sp>
      <p:sp>
        <p:nvSpPr>
          <p:cNvPr id="98" name="Title 1">
            <a:extLst>
              <a:ext uri="{FF2B5EF4-FFF2-40B4-BE49-F238E27FC236}">
                <a16:creationId xmlns:a16="http://schemas.microsoft.com/office/drawing/2014/main" id="{5FAAA6D3-7FAA-8F6B-16B9-4B78CF20D635}"/>
              </a:ext>
            </a:extLst>
          </p:cNvPr>
          <p:cNvSpPr txBox="1">
            <a:spLocks noGrp="1"/>
          </p:cNvSpPr>
          <p:nvPr>
            <p:ph type="ctrTitle"/>
          </p:nvPr>
        </p:nvSpPr>
        <p:spPr>
          <a:xfrm>
            <a:off x="1335218" y="3389447"/>
            <a:ext cx="10741892" cy="1176021"/>
          </a:xfrm>
          <a:prstGeom prst="rect">
            <a:avLst/>
          </a:prstGeom>
          <a:effectLst>
            <a:reflection stA="0" endPos="40000" dir="5400000" sy="-100000" algn="bl" rotWithShape="0"/>
          </a:effectLst>
        </p:spPr>
        <p:txBody>
          <a:bodyPr>
            <a:noAutofit/>
          </a:bodyPr>
          <a:lstStyle/>
          <a:p>
            <a:pPr defTabSz="1109742">
              <a:defRPr sz="3712" b="1">
                <a:effectLst>
                  <a:outerShdw blurRad="24384" dist="24384" dir="2700000" rotWithShape="0">
                    <a:srgbClr val="000000">
                      <a:alpha val="43137"/>
                    </a:srgbClr>
                  </a:outerShdw>
                </a:effectLst>
                <a:latin typeface="+mn-lt"/>
                <a:ea typeface="+mn-ea"/>
                <a:cs typeface="+mn-cs"/>
                <a:sym typeface="Times New Roman"/>
              </a:defRPr>
            </a:pPr>
            <a:r>
              <a:rPr lang="en-US" sz="4000" dirty="0">
                <a:sym typeface="Times New Roman"/>
              </a:rPr>
              <a:t>Hardware Implementation of Lossless Image Compression</a:t>
            </a:r>
            <a:endParaRPr sz="4000" u="sng" dirty="0"/>
          </a:p>
        </p:txBody>
      </p:sp>
      <p:sp>
        <p:nvSpPr>
          <p:cNvPr id="99" name="Slide Number">
            <a:extLst>
              <a:ext uri="{FF2B5EF4-FFF2-40B4-BE49-F238E27FC236}">
                <a16:creationId xmlns:a16="http://schemas.microsoft.com/office/drawing/2014/main" id="{278F8EAB-D99B-70C4-8366-15D96B9C591C}"/>
              </a:ext>
            </a:extLst>
          </p:cNvPr>
          <p:cNvSpPr txBox="1">
            <a:spLocks noGrp="1"/>
          </p:cNvSpPr>
          <p:nvPr>
            <p:ph type="sldNum" sz="quarter" idx="2"/>
          </p:nvPr>
        </p:nvSpPr>
        <p:spPr>
          <a:xfrm>
            <a:off x="12255494" y="7649452"/>
            <a:ext cx="238974" cy="34627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a:t>
            </a:fld>
            <a:endParaRPr/>
          </a:p>
        </p:txBody>
      </p:sp>
      <p:pic>
        <p:nvPicPr>
          <p:cNvPr id="2" name="Picture 1">
            <a:extLst>
              <a:ext uri="{FF2B5EF4-FFF2-40B4-BE49-F238E27FC236}">
                <a16:creationId xmlns:a16="http://schemas.microsoft.com/office/drawing/2014/main" id="{A5EB49B5-7939-44C5-B432-70F2E2686E96}"/>
              </a:ext>
            </a:extLst>
          </p:cNvPr>
          <p:cNvPicPr>
            <a:picLocks noChangeAspect="1"/>
          </p:cNvPicPr>
          <p:nvPr/>
        </p:nvPicPr>
        <p:blipFill>
          <a:blip r:embed="rId3"/>
          <a:stretch>
            <a:fillRect/>
          </a:stretch>
        </p:blipFill>
        <p:spPr>
          <a:xfrm>
            <a:off x="2033611" y="553770"/>
            <a:ext cx="8937578" cy="2392899"/>
          </a:xfrm>
          <a:prstGeom prst="rect">
            <a:avLst/>
          </a:prstGeom>
        </p:spPr>
      </p:pic>
      <p:pic>
        <p:nvPicPr>
          <p:cNvPr id="4" name="Picture 3">
            <a:extLst>
              <a:ext uri="{FF2B5EF4-FFF2-40B4-BE49-F238E27FC236}">
                <a16:creationId xmlns:a16="http://schemas.microsoft.com/office/drawing/2014/main" id="{3C23C57E-9453-22E2-CC08-A820FC54DFCD}"/>
              </a:ext>
            </a:extLst>
          </p:cNvPr>
          <p:cNvPicPr>
            <a:picLocks noChangeAspect="1"/>
          </p:cNvPicPr>
          <p:nvPr/>
        </p:nvPicPr>
        <p:blipFill>
          <a:blip r:embed="rId4"/>
          <a:stretch>
            <a:fillRect/>
          </a:stretch>
        </p:blipFill>
        <p:spPr>
          <a:xfrm>
            <a:off x="5182926" y="7413994"/>
            <a:ext cx="3106628" cy="596840"/>
          </a:xfrm>
          <a:prstGeom prst="rect">
            <a:avLst/>
          </a:prstGeom>
        </p:spPr>
      </p:pic>
    </p:spTree>
    <p:extLst>
      <p:ext uri="{BB962C8B-B14F-4D97-AF65-F5344CB8AC3E}">
        <p14:creationId xmlns:p14="http://schemas.microsoft.com/office/powerpoint/2010/main" val="1411568093"/>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Title 1"/>
          <p:cNvSpPr txBox="1">
            <a:spLocks noGrp="1"/>
          </p:cNvSpPr>
          <p:nvPr>
            <p:ph type="title"/>
          </p:nvPr>
        </p:nvSpPr>
        <p:spPr>
          <a:xfrm>
            <a:off x="1625599" y="871130"/>
            <a:ext cx="9753602" cy="914401"/>
          </a:xfrm>
          <a:prstGeom prst="rect">
            <a:avLst/>
          </a:prstGeom>
        </p:spPr>
        <p:txBody>
          <a:bodyPr>
            <a:normAutofit fontScale="90000"/>
          </a:bodyPr>
          <a:lstStyle>
            <a:lvl1pPr defTabSz="1456537">
              <a:defRPr sz="5880" b="1">
                <a:effectLst>
                  <a:outerShdw blurRad="32004" dist="32004" dir="2700000" rotWithShape="0">
                    <a:srgbClr val="000000">
                      <a:alpha val="43137"/>
                    </a:srgbClr>
                  </a:outerShdw>
                </a:effectLst>
                <a:latin typeface="+mn-lt"/>
                <a:ea typeface="+mn-ea"/>
                <a:cs typeface="+mn-cs"/>
                <a:sym typeface="Times New Roman"/>
              </a:defRPr>
            </a:lvl1pPr>
          </a:lstStyle>
          <a:p>
            <a:r>
              <a:rPr dirty="0"/>
              <a:t>Abstract</a:t>
            </a:r>
          </a:p>
        </p:txBody>
      </p:sp>
      <p:sp>
        <p:nvSpPr>
          <p:cNvPr id="130" name="Slide Number Placeholder 4"/>
          <p:cNvSpPr txBox="1">
            <a:spLocks noGrp="1"/>
          </p:cNvSpPr>
          <p:nvPr>
            <p:ph type="sldNum" sz="quarter" idx="2"/>
          </p:nvPr>
        </p:nvSpPr>
        <p:spPr>
          <a:xfrm>
            <a:off x="12369933" y="9101351"/>
            <a:ext cx="238973" cy="346278"/>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a:t>
            </a:fld>
            <a:endParaRPr/>
          </a:p>
        </p:txBody>
      </p:sp>
      <p:sp>
        <p:nvSpPr>
          <p:cNvPr id="3" name="TextBox 2">
            <a:extLst>
              <a:ext uri="{FF2B5EF4-FFF2-40B4-BE49-F238E27FC236}">
                <a16:creationId xmlns:a16="http://schemas.microsoft.com/office/drawing/2014/main" id="{C37C35B8-546F-1B13-9709-878408F7BC7F}"/>
              </a:ext>
            </a:extLst>
          </p:cNvPr>
          <p:cNvSpPr txBox="1"/>
          <p:nvPr/>
        </p:nvSpPr>
        <p:spPr>
          <a:xfrm>
            <a:off x="366035" y="2082026"/>
            <a:ext cx="12272730" cy="5022911"/>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8767" tIns="48767" rIns="48767" bIns="48767" numCol="1" spcCol="38100" rtlCol="0" anchor="t">
            <a:spAutoFit/>
          </a:bodyPr>
          <a:lstStyle/>
          <a:p>
            <a:pPr algn="just"/>
            <a:r>
              <a:rPr lang="en-US" dirty="0"/>
              <a:t>This project presents a hardware-based lossless image compression system designed for real-time processing. The method uses predictive coding, where each pixel is estimated from its neighboring pixels and only the prediction error is encoded. The residual errors are mapped to non-negative values and compressed using Golomb–Rice entropy coding. An </a:t>
            </a:r>
            <a:r>
              <a:rPr lang="en-US" b="1" dirty="0"/>
              <a:t>escape unit</a:t>
            </a:r>
            <a:r>
              <a:rPr lang="en-US" dirty="0"/>
              <a:t> is incorporated to efficiently handle large residual values that fall outside the normal coding range. The encoder is implemented in </a:t>
            </a:r>
            <a:r>
              <a:rPr lang="en-US" dirty="0" err="1"/>
              <a:t>SystemVerilog</a:t>
            </a:r>
            <a:r>
              <a:rPr lang="en-US" dirty="0"/>
              <a:t> HDL to enable parallel execution with low latency and high throughput while ensuring pixel-perfect reconstruction with low hardware complexity.</a:t>
            </a:r>
            <a:endParaRPr kumimoji="0" lang="en-IN" sz="3200" b="0" i="0" u="none" strike="noStrike" cap="none" spc="0" normalizeH="0" baseline="0" dirty="0">
              <a:ln>
                <a:noFill/>
              </a:ln>
              <a:solidFill>
                <a:srgbClr val="000000"/>
              </a:solidFill>
              <a:effectLst/>
              <a:uFillTx/>
              <a:latin typeface="+mj-lt"/>
              <a:ea typeface="+mj-ea"/>
              <a:cs typeface="+mj-cs"/>
              <a:sym typeface="Calibri"/>
            </a:endParaRPr>
          </a:p>
        </p:txBody>
      </p:sp>
      <p:pic>
        <p:nvPicPr>
          <p:cNvPr id="2" name="Picture 1">
            <a:extLst>
              <a:ext uri="{FF2B5EF4-FFF2-40B4-BE49-F238E27FC236}">
                <a16:creationId xmlns:a16="http://schemas.microsoft.com/office/drawing/2014/main" id="{E37247EE-F3B4-521D-C46B-17DAB04C3257}"/>
              </a:ext>
            </a:extLst>
          </p:cNvPr>
          <p:cNvPicPr>
            <a:picLocks noChangeAspect="1"/>
          </p:cNvPicPr>
          <p:nvPr/>
        </p:nvPicPr>
        <p:blipFill>
          <a:blip r:embed="rId2"/>
          <a:stretch>
            <a:fillRect/>
          </a:stretch>
        </p:blipFill>
        <p:spPr>
          <a:xfrm>
            <a:off x="10111408" y="1"/>
            <a:ext cx="2893391" cy="774661"/>
          </a:xfrm>
          <a:prstGeom prst="rect">
            <a:avLst/>
          </a:prstGeom>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CDB14-C4C7-3944-F759-A4ECF924FB24}"/>
            </a:ext>
          </a:extLst>
        </p:cNvPr>
        <p:cNvGrpSpPr/>
        <p:nvPr/>
      </p:nvGrpSpPr>
      <p:grpSpPr>
        <a:xfrm>
          <a:off x="0" y="0"/>
          <a:ext cx="0" cy="0"/>
          <a:chOff x="0" y="0"/>
          <a:chExt cx="0" cy="0"/>
        </a:xfrm>
      </p:grpSpPr>
      <p:sp>
        <p:nvSpPr>
          <p:cNvPr id="107" name="Title 1">
            <a:extLst>
              <a:ext uri="{FF2B5EF4-FFF2-40B4-BE49-F238E27FC236}">
                <a16:creationId xmlns:a16="http://schemas.microsoft.com/office/drawing/2014/main" id="{DD6DE5F7-2D22-89A4-9CD3-B62A5B393D29}"/>
              </a:ext>
            </a:extLst>
          </p:cNvPr>
          <p:cNvSpPr txBox="1">
            <a:spLocks noGrp="1"/>
          </p:cNvSpPr>
          <p:nvPr>
            <p:ph type="title"/>
          </p:nvPr>
        </p:nvSpPr>
        <p:spPr>
          <a:xfrm>
            <a:off x="1348632" y="652374"/>
            <a:ext cx="10068561" cy="914401"/>
          </a:xfrm>
          <a:prstGeom prst="rect">
            <a:avLst/>
          </a:prstGeom>
        </p:spPr>
        <p:txBody>
          <a:bodyPr>
            <a:normAutofit fontScale="90000"/>
          </a:bodyPr>
          <a:lstStyle>
            <a:lvl1pPr>
              <a:defRPr sz="5800" b="1">
                <a:effectLst>
                  <a:outerShdw blurRad="38100" dist="38100" dir="2700000" rotWithShape="0">
                    <a:srgbClr val="000000">
                      <a:alpha val="43137"/>
                    </a:srgbClr>
                  </a:outerShdw>
                </a:effectLst>
                <a:latin typeface="+mn-lt"/>
                <a:ea typeface="+mn-ea"/>
                <a:cs typeface="+mn-cs"/>
                <a:sym typeface="Times New Roman"/>
              </a:defRPr>
            </a:lvl1pPr>
          </a:lstStyle>
          <a:p>
            <a:r>
              <a:rPr lang="en-IN" dirty="0"/>
              <a:t>Objective and Pipeline</a:t>
            </a:r>
            <a:endParaRPr dirty="0"/>
          </a:p>
        </p:txBody>
      </p:sp>
      <p:sp>
        <p:nvSpPr>
          <p:cNvPr id="109" name="Slide Number Placeholder 4">
            <a:extLst>
              <a:ext uri="{FF2B5EF4-FFF2-40B4-BE49-F238E27FC236}">
                <a16:creationId xmlns:a16="http://schemas.microsoft.com/office/drawing/2014/main" id="{0583C513-CA62-FF61-8AAB-7BBB3FDE0BD7}"/>
              </a:ext>
            </a:extLst>
          </p:cNvPr>
          <p:cNvSpPr txBox="1">
            <a:spLocks noGrp="1"/>
          </p:cNvSpPr>
          <p:nvPr>
            <p:ph type="sldNum" sz="quarter" idx="2"/>
          </p:nvPr>
        </p:nvSpPr>
        <p:spPr>
          <a:xfrm>
            <a:off x="12397611" y="9004479"/>
            <a:ext cx="238973" cy="34627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a:t>
            </a:fld>
            <a:endParaRPr/>
          </a:p>
        </p:txBody>
      </p:sp>
      <p:pic>
        <p:nvPicPr>
          <p:cNvPr id="3" name="Picture 2">
            <a:extLst>
              <a:ext uri="{FF2B5EF4-FFF2-40B4-BE49-F238E27FC236}">
                <a16:creationId xmlns:a16="http://schemas.microsoft.com/office/drawing/2014/main" id="{B3E74099-05CA-27A6-5FDE-32AB8EF6D69C}"/>
              </a:ext>
            </a:extLst>
          </p:cNvPr>
          <p:cNvPicPr>
            <a:picLocks noChangeAspect="1"/>
          </p:cNvPicPr>
          <p:nvPr/>
        </p:nvPicPr>
        <p:blipFill>
          <a:blip r:embed="rId2"/>
          <a:stretch>
            <a:fillRect/>
          </a:stretch>
        </p:blipFill>
        <p:spPr>
          <a:xfrm>
            <a:off x="11557784" y="4876800"/>
            <a:ext cx="943107" cy="628738"/>
          </a:xfrm>
          <a:prstGeom prst="rect">
            <a:avLst/>
          </a:prstGeom>
        </p:spPr>
      </p:pic>
      <p:pic>
        <p:nvPicPr>
          <p:cNvPr id="4" name="Picture 3">
            <a:extLst>
              <a:ext uri="{FF2B5EF4-FFF2-40B4-BE49-F238E27FC236}">
                <a16:creationId xmlns:a16="http://schemas.microsoft.com/office/drawing/2014/main" id="{1563DA0F-77A4-8700-8A88-9E2E76FC635B}"/>
              </a:ext>
            </a:extLst>
          </p:cNvPr>
          <p:cNvPicPr>
            <a:picLocks noChangeAspect="1"/>
          </p:cNvPicPr>
          <p:nvPr/>
        </p:nvPicPr>
        <p:blipFill>
          <a:blip r:embed="rId3"/>
          <a:stretch>
            <a:fillRect/>
          </a:stretch>
        </p:blipFill>
        <p:spPr>
          <a:xfrm>
            <a:off x="10111408" y="1"/>
            <a:ext cx="2893391" cy="774661"/>
          </a:xfrm>
          <a:prstGeom prst="rect">
            <a:avLst/>
          </a:prstGeom>
        </p:spPr>
      </p:pic>
      <p:sp>
        <p:nvSpPr>
          <p:cNvPr id="5" name="TextBox 4">
            <a:extLst>
              <a:ext uri="{FF2B5EF4-FFF2-40B4-BE49-F238E27FC236}">
                <a16:creationId xmlns:a16="http://schemas.microsoft.com/office/drawing/2014/main" id="{FF241E88-9391-DFA1-6CCF-1C789BBAA623}"/>
              </a:ext>
            </a:extLst>
          </p:cNvPr>
          <p:cNvSpPr txBox="1"/>
          <p:nvPr/>
        </p:nvSpPr>
        <p:spPr>
          <a:xfrm>
            <a:off x="503909" y="2304247"/>
            <a:ext cx="11489307" cy="2585323"/>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700" dirty="0"/>
              <a:t>The objective of this project is to design a </a:t>
            </a:r>
            <a:r>
              <a:rPr lang="en-US" sz="2700" b="1" dirty="0"/>
              <a:t>hardware-based lossless image compression encoder</a:t>
            </a:r>
            <a:r>
              <a:rPr lang="en-US" sz="2700" dirty="0"/>
              <a:t> capable of real-time processing. The system uses </a:t>
            </a:r>
            <a:r>
              <a:rPr lang="en-US" sz="2700" b="1" dirty="0"/>
              <a:t>MED predictive coding and Golomb–Rice entropy coding</a:t>
            </a:r>
            <a:r>
              <a:rPr lang="en-US" sz="2700" dirty="0"/>
              <a:t> to compress prediction errors efficiently. An </a:t>
            </a:r>
            <a:r>
              <a:rPr lang="en-US" sz="2700" b="1" dirty="0"/>
              <a:t>escape unit</a:t>
            </a:r>
            <a:r>
              <a:rPr lang="en-US" sz="2700" dirty="0"/>
              <a:t> is integrated to handle large residual values that cannot be efficiently encoded. The performance is evaluated using </a:t>
            </a:r>
            <a:r>
              <a:rPr lang="en-US" sz="2700" b="1" dirty="0"/>
              <a:t>compression ratio, PSNR, execution time, and hardware resource utilization</a:t>
            </a:r>
            <a:r>
              <a:rPr lang="en-US" sz="2700" dirty="0"/>
              <a:t>.</a:t>
            </a:r>
            <a:endParaRPr lang="en-IN" sz="2700" dirty="0"/>
          </a:p>
        </p:txBody>
      </p:sp>
      <p:sp>
        <p:nvSpPr>
          <p:cNvPr id="8" name="TextBox 7">
            <a:extLst>
              <a:ext uri="{FF2B5EF4-FFF2-40B4-BE49-F238E27FC236}">
                <a16:creationId xmlns:a16="http://schemas.microsoft.com/office/drawing/2014/main" id="{29FB1746-77B2-F1C6-4D73-D38D635CB951}"/>
              </a:ext>
            </a:extLst>
          </p:cNvPr>
          <p:cNvSpPr txBox="1"/>
          <p:nvPr/>
        </p:nvSpPr>
        <p:spPr>
          <a:xfrm>
            <a:off x="503909" y="1634373"/>
            <a:ext cx="6500190" cy="1077218"/>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IN" b="1" dirty="0"/>
              <a:t>Objective</a:t>
            </a:r>
          </a:p>
          <a:p>
            <a:endParaRPr lang="en-IN" b="1" dirty="0"/>
          </a:p>
        </p:txBody>
      </p:sp>
      <p:sp>
        <p:nvSpPr>
          <p:cNvPr id="12" name="TextBox 11">
            <a:extLst>
              <a:ext uri="{FF2B5EF4-FFF2-40B4-BE49-F238E27FC236}">
                <a16:creationId xmlns:a16="http://schemas.microsoft.com/office/drawing/2014/main" id="{6516B9D2-ADA8-CE5F-8F82-2A3D2E1BC80A}"/>
              </a:ext>
            </a:extLst>
          </p:cNvPr>
          <p:cNvSpPr txBox="1"/>
          <p:nvPr/>
        </p:nvSpPr>
        <p:spPr>
          <a:xfrm>
            <a:off x="503909" y="5092878"/>
            <a:ext cx="11489307" cy="4324261"/>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US" b="1" dirty="0"/>
              <a:t>Pipeline</a:t>
            </a:r>
          </a:p>
          <a:p>
            <a:pPr>
              <a:buNone/>
            </a:pPr>
            <a:r>
              <a:rPr lang="en-US" sz="2700" dirty="0"/>
              <a:t>The encoder follows a </a:t>
            </a:r>
            <a:r>
              <a:rPr lang="en-US" sz="2700" b="1" dirty="0"/>
              <a:t>stream-based pipeline architecture</a:t>
            </a:r>
            <a:r>
              <a:rPr lang="en-US" sz="2700" dirty="0"/>
              <a:t> where pixels are processed sequentially. A </a:t>
            </a:r>
            <a:r>
              <a:rPr lang="en-US" sz="2700" b="1" dirty="0"/>
              <a:t>line buffer</a:t>
            </a:r>
            <a:r>
              <a:rPr lang="en-US" sz="2700" dirty="0"/>
              <a:t> stores neighboring pixels required for prediction, and the </a:t>
            </a:r>
            <a:r>
              <a:rPr lang="en-US" sz="2700" b="1" dirty="0"/>
              <a:t>MED predictor</a:t>
            </a:r>
            <a:r>
              <a:rPr lang="en-US" sz="2700" dirty="0"/>
              <a:t> estimates the current pixel value. The </a:t>
            </a:r>
            <a:r>
              <a:rPr lang="en-US" sz="2700" b="1" dirty="0"/>
              <a:t>residual generator</a:t>
            </a:r>
            <a:r>
              <a:rPr lang="en-US" sz="2700" dirty="0"/>
              <a:t> computes the difference between the actual pixel and the predicted pixel.</a:t>
            </a:r>
          </a:p>
          <a:p>
            <a:pPr>
              <a:buNone/>
            </a:pPr>
            <a:r>
              <a:rPr lang="en-US" sz="2700" dirty="0"/>
              <a:t>The residual values are converted to non-negative values using a </a:t>
            </a:r>
            <a:r>
              <a:rPr lang="en-US" sz="2700" b="1" dirty="0"/>
              <a:t>signed mapper</a:t>
            </a:r>
            <a:r>
              <a:rPr lang="en-US" sz="2700" dirty="0"/>
              <a:t> and compressed using </a:t>
            </a:r>
            <a:r>
              <a:rPr lang="en-US" sz="2700" b="1" dirty="0"/>
              <a:t>Golomb–Rice coding with an adaptive parameter k</a:t>
            </a:r>
            <a:r>
              <a:rPr lang="en-US" sz="2700" dirty="0"/>
              <a:t>. The </a:t>
            </a:r>
            <a:r>
              <a:rPr lang="en-US" sz="2700" b="1" dirty="0"/>
              <a:t>escape unit</a:t>
            </a:r>
            <a:r>
              <a:rPr lang="en-US" sz="2700" dirty="0"/>
              <a:t> handles large residual values, while the </a:t>
            </a:r>
            <a:r>
              <a:rPr lang="en-US" sz="2700" b="1" dirty="0"/>
              <a:t>bit packer and output writer</a:t>
            </a:r>
            <a:r>
              <a:rPr lang="en-US" sz="2700" dirty="0"/>
              <a:t> generate the final compressed bitstream.</a:t>
            </a:r>
          </a:p>
        </p:txBody>
      </p:sp>
    </p:spTree>
    <p:extLst>
      <p:ext uri="{BB962C8B-B14F-4D97-AF65-F5344CB8AC3E}">
        <p14:creationId xmlns:p14="http://schemas.microsoft.com/office/powerpoint/2010/main" val="287598494"/>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D401A1D-8000-8C85-1546-8E3E0A460D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272" y="1231862"/>
            <a:ext cx="11484253" cy="8291880"/>
          </a:xfrm>
          <a:prstGeom prst="rect">
            <a:avLst/>
          </a:prstGeom>
        </p:spPr>
      </p:pic>
      <p:pic>
        <p:nvPicPr>
          <p:cNvPr id="5" name="Picture 4">
            <a:extLst>
              <a:ext uri="{FF2B5EF4-FFF2-40B4-BE49-F238E27FC236}">
                <a16:creationId xmlns:a16="http://schemas.microsoft.com/office/drawing/2014/main" id="{177D4DDA-2795-48D8-5B85-FAD99CE371BC}"/>
              </a:ext>
            </a:extLst>
          </p:cNvPr>
          <p:cNvPicPr>
            <a:picLocks noChangeAspect="1"/>
          </p:cNvPicPr>
          <p:nvPr/>
        </p:nvPicPr>
        <p:blipFill>
          <a:blip r:embed="rId3"/>
          <a:stretch>
            <a:fillRect/>
          </a:stretch>
        </p:blipFill>
        <p:spPr>
          <a:xfrm>
            <a:off x="10111408" y="1"/>
            <a:ext cx="2893391" cy="774661"/>
          </a:xfrm>
          <a:prstGeom prst="rect">
            <a:avLst/>
          </a:prstGeom>
        </p:spPr>
      </p:pic>
      <p:sp>
        <p:nvSpPr>
          <p:cNvPr id="7" name="Title 1">
            <a:extLst>
              <a:ext uri="{FF2B5EF4-FFF2-40B4-BE49-F238E27FC236}">
                <a16:creationId xmlns:a16="http://schemas.microsoft.com/office/drawing/2014/main" id="{CBA6A31B-94EC-42E0-A552-E1C86E134CAA}"/>
              </a:ext>
            </a:extLst>
          </p:cNvPr>
          <p:cNvSpPr txBox="1">
            <a:spLocks/>
          </p:cNvSpPr>
          <p:nvPr/>
        </p:nvSpPr>
        <p:spPr>
          <a:xfrm>
            <a:off x="1625598" y="317461"/>
            <a:ext cx="9753602" cy="91440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8767" tIns="48767" rIns="48767" bIns="48767" anchor="ctr">
            <a:normAutofit fontScale="97500" lnSpcReduction="10000"/>
          </a:bodyPr>
          <a:lstStyle>
            <a:lvl1pPr marL="0" marR="0" indent="0" algn="ctr" defTabSz="1456537" rtl="0" latinLnBrk="0">
              <a:lnSpc>
                <a:spcPct val="100000"/>
              </a:lnSpc>
              <a:spcBef>
                <a:spcPts val="0"/>
              </a:spcBef>
              <a:spcAft>
                <a:spcPts val="0"/>
              </a:spcAft>
              <a:buClrTx/>
              <a:buSzTx/>
              <a:buFontTx/>
              <a:buNone/>
              <a:tabLst/>
              <a:defRPr sz="5880" b="1" i="0" u="none" strike="noStrike" cap="none" spc="0" baseline="0">
                <a:solidFill>
                  <a:srgbClr val="000000"/>
                </a:solidFill>
                <a:effectLst>
                  <a:outerShdw blurRad="32004" dist="32004" dir="2700000" rotWithShape="0">
                    <a:srgbClr val="000000">
                      <a:alpha val="43137"/>
                    </a:srgbClr>
                  </a:outerShdw>
                </a:effectLst>
                <a:uFillTx/>
                <a:latin typeface="+mn-lt"/>
                <a:ea typeface="+mn-ea"/>
                <a:cs typeface="+mn-cs"/>
                <a:sym typeface="Times New Roman"/>
              </a:defRPr>
            </a:lvl1pPr>
            <a:lvl2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2pPr>
            <a:lvl3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3pPr>
            <a:lvl4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4pPr>
            <a:lvl5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5pPr>
            <a:lvl6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6pPr>
            <a:lvl7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7pPr>
            <a:lvl8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8pPr>
            <a:lvl9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9pPr>
          </a:lstStyle>
          <a:p>
            <a:pPr hangingPunct="1"/>
            <a:r>
              <a:rPr lang="en-IN" dirty="0"/>
              <a:t>Working Process</a:t>
            </a:r>
          </a:p>
        </p:txBody>
      </p:sp>
    </p:spTree>
    <p:extLst>
      <p:ext uri="{BB962C8B-B14F-4D97-AF65-F5344CB8AC3E}">
        <p14:creationId xmlns:p14="http://schemas.microsoft.com/office/powerpoint/2010/main" val="410589705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D49F5-2D4F-3A09-557A-BD3A8652839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60C1911-A2F3-7B02-DD88-AB2364A69F83}"/>
              </a:ext>
            </a:extLst>
          </p:cNvPr>
          <p:cNvPicPr>
            <a:picLocks noChangeAspect="1"/>
          </p:cNvPicPr>
          <p:nvPr/>
        </p:nvPicPr>
        <p:blipFill>
          <a:blip r:embed="rId2"/>
          <a:stretch>
            <a:fillRect/>
          </a:stretch>
        </p:blipFill>
        <p:spPr>
          <a:xfrm>
            <a:off x="10111408" y="1"/>
            <a:ext cx="2893391" cy="774661"/>
          </a:xfrm>
          <a:prstGeom prst="rect">
            <a:avLst/>
          </a:prstGeom>
        </p:spPr>
      </p:pic>
      <p:sp>
        <p:nvSpPr>
          <p:cNvPr id="7" name="Title 1">
            <a:extLst>
              <a:ext uri="{FF2B5EF4-FFF2-40B4-BE49-F238E27FC236}">
                <a16:creationId xmlns:a16="http://schemas.microsoft.com/office/drawing/2014/main" id="{0D5BB92F-C7EB-306D-974A-60C5B3307196}"/>
              </a:ext>
            </a:extLst>
          </p:cNvPr>
          <p:cNvSpPr txBox="1">
            <a:spLocks/>
          </p:cNvSpPr>
          <p:nvPr/>
        </p:nvSpPr>
        <p:spPr>
          <a:xfrm>
            <a:off x="1625598" y="317461"/>
            <a:ext cx="9753602" cy="914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8767" tIns="48767" rIns="48767" bIns="48767" anchor="ctr">
            <a:normAutofit fontScale="97500" lnSpcReduction="10000"/>
          </a:bodyPr>
          <a:lstStyle>
            <a:lvl1pPr marL="0" marR="0" indent="0" algn="ctr" defTabSz="1456537" rtl="0" latinLnBrk="0">
              <a:lnSpc>
                <a:spcPct val="100000"/>
              </a:lnSpc>
              <a:spcBef>
                <a:spcPts val="0"/>
              </a:spcBef>
              <a:spcAft>
                <a:spcPts val="0"/>
              </a:spcAft>
              <a:buClrTx/>
              <a:buSzTx/>
              <a:buFontTx/>
              <a:buNone/>
              <a:tabLst/>
              <a:defRPr sz="5880" b="1" i="0" u="none" strike="noStrike" cap="none" spc="0" baseline="0">
                <a:solidFill>
                  <a:srgbClr val="000000"/>
                </a:solidFill>
                <a:effectLst>
                  <a:outerShdw blurRad="32004" dist="32004" dir="2700000" rotWithShape="0">
                    <a:srgbClr val="000000">
                      <a:alpha val="43137"/>
                    </a:srgbClr>
                  </a:outerShdw>
                </a:effectLst>
                <a:uFillTx/>
                <a:latin typeface="+mn-lt"/>
                <a:ea typeface="+mn-ea"/>
                <a:cs typeface="+mn-cs"/>
                <a:sym typeface="Times New Roman"/>
              </a:defRPr>
            </a:lvl1pPr>
            <a:lvl2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2pPr>
            <a:lvl3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3pPr>
            <a:lvl4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4pPr>
            <a:lvl5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5pPr>
            <a:lvl6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6pPr>
            <a:lvl7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7pPr>
            <a:lvl8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8pPr>
            <a:lvl9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9pPr>
          </a:lstStyle>
          <a:p>
            <a:pPr hangingPunct="1"/>
            <a:r>
              <a:rPr lang="en-IN" dirty="0"/>
              <a:t>Escape coding</a:t>
            </a:r>
          </a:p>
        </p:txBody>
      </p:sp>
      <p:sp>
        <p:nvSpPr>
          <p:cNvPr id="6" name="TextBox 5">
            <a:extLst>
              <a:ext uri="{FF2B5EF4-FFF2-40B4-BE49-F238E27FC236}">
                <a16:creationId xmlns:a16="http://schemas.microsoft.com/office/drawing/2014/main" id="{7EB5821B-3808-2F63-7C09-2683DAF983A8}"/>
              </a:ext>
            </a:extLst>
          </p:cNvPr>
          <p:cNvSpPr txBox="1"/>
          <p:nvPr/>
        </p:nvSpPr>
        <p:spPr>
          <a:xfrm>
            <a:off x="821634" y="1728672"/>
            <a:ext cx="11105321" cy="674030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US" sz="2700" dirty="0"/>
              <a:t>Escape coding is used to handle residual values that cannot be efficiently represented using standard Golomb–Rice encoding. In predictive compression, most residual values are small, but occasionally large errors can occur due to sharp edges or sudden intensity changes in the image.</a:t>
            </a:r>
          </a:p>
          <a:p>
            <a:pPr>
              <a:buNone/>
            </a:pPr>
            <a:endParaRPr lang="en-US" sz="2700" dirty="0"/>
          </a:p>
          <a:p>
            <a:pPr>
              <a:buNone/>
            </a:pPr>
            <a:r>
              <a:rPr lang="en-US" sz="2700" dirty="0"/>
              <a:t>When such large residual values appear, encoding them with Golomb–Rice coding can produce very long unary codes. This increases the bitstream size and reduces compression efficiency.</a:t>
            </a:r>
          </a:p>
          <a:p>
            <a:pPr>
              <a:buNone/>
            </a:pPr>
            <a:endParaRPr lang="en-US" sz="2700" dirty="0"/>
          </a:p>
          <a:p>
            <a:pPr>
              <a:buNone/>
            </a:pPr>
            <a:r>
              <a:rPr lang="en-US" sz="2700" dirty="0"/>
              <a:t>To solve this problem, an </a:t>
            </a:r>
            <a:r>
              <a:rPr lang="en-US" sz="2700" b="1" dirty="0"/>
              <a:t>escape unit</a:t>
            </a:r>
            <a:r>
              <a:rPr lang="en-US" sz="2700" dirty="0"/>
              <a:t> detects these large residual values and activates </a:t>
            </a:r>
            <a:r>
              <a:rPr lang="en-US" sz="2700" b="1" dirty="0"/>
              <a:t>escape mode</a:t>
            </a:r>
            <a:r>
              <a:rPr lang="en-US" sz="2700" dirty="0"/>
              <a:t>. Instead of Golomb–Rice coding, the residual value is transmitted using a </a:t>
            </a:r>
            <a:r>
              <a:rPr lang="en-US" sz="2700" b="1" dirty="0"/>
              <a:t>fixed-length representation</a:t>
            </a:r>
            <a:r>
              <a:rPr lang="en-US" sz="2700" dirty="0"/>
              <a:t>.</a:t>
            </a:r>
          </a:p>
          <a:p>
            <a:pPr>
              <a:buNone/>
            </a:pPr>
            <a:endParaRPr lang="en-US" sz="2700" dirty="0"/>
          </a:p>
          <a:p>
            <a:pPr>
              <a:buNone/>
            </a:pPr>
            <a:r>
              <a:rPr lang="en-US" sz="2700" dirty="0"/>
              <a:t>This mechanism prevents inefficient encoding and ensures that all residual values can be encoded reliably while maintaining </a:t>
            </a:r>
            <a:r>
              <a:rPr lang="en-US" sz="2700" b="1" dirty="0"/>
              <a:t>stable compression performance and simple decoding</a:t>
            </a:r>
            <a:r>
              <a:rPr lang="en-US" sz="2700" dirty="0"/>
              <a:t>.</a:t>
            </a:r>
          </a:p>
        </p:txBody>
      </p:sp>
    </p:spTree>
    <p:extLst>
      <p:ext uri="{BB962C8B-B14F-4D97-AF65-F5344CB8AC3E}">
        <p14:creationId xmlns:p14="http://schemas.microsoft.com/office/powerpoint/2010/main" val="3831062551"/>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8C2E8-3CDD-2E77-AA1F-B6A0661A2AB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137C8D9-E8C5-985B-3E00-437FD949A5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9246" y="761999"/>
            <a:ext cx="11326307" cy="8229602"/>
          </a:xfrm>
          <a:prstGeom prst="rect">
            <a:avLst/>
          </a:prstGeom>
        </p:spPr>
      </p:pic>
      <p:pic>
        <p:nvPicPr>
          <p:cNvPr id="3" name="Picture 2">
            <a:extLst>
              <a:ext uri="{FF2B5EF4-FFF2-40B4-BE49-F238E27FC236}">
                <a16:creationId xmlns:a16="http://schemas.microsoft.com/office/drawing/2014/main" id="{24C1F9E8-AD5F-A160-7F4F-7C9AFC81B795}"/>
              </a:ext>
            </a:extLst>
          </p:cNvPr>
          <p:cNvPicPr>
            <a:picLocks noChangeAspect="1"/>
          </p:cNvPicPr>
          <p:nvPr/>
        </p:nvPicPr>
        <p:blipFill>
          <a:blip r:embed="rId3"/>
          <a:stretch>
            <a:fillRect/>
          </a:stretch>
        </p:blipFill>
        <p:spPr>
          <a:xfrm>
            <a:off x="10111408" y="1"/>
            <a:ext cx="2893391" cy="774661"/>
          </a:xfrm>
          <a:prstGeom prst="rect">
            <a:avLst/>
          </a:prstGeom>
        </p:spPr>
      </p:pic>
    </p:spTree>
    <p:extLst>
      <p:ext uri="{BB962C8B-B14F-4D97-AF65-F5344CB8AC3E}">
        <p14:creationId xmlns:p14="http://schemas.microsoft.com/office/powerpoint/2010/main" val="3227453390"/>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48678-9A87-F3B8-B6A6-030B177549D3}"/>
            </a:ext>
          </a:extLst>
        </p:cNvPr>
        <p:cNvGrpSpPr/>
        <p:nvPr/>
      </p:nvGrpSpPr>
      <p:grpSpPr>
        <a:xfrm>
          <a:off x="0" y="0"/>
          <a:ext cx="0" cy="0"/>
          <a:chOff x="0" y="0"/>
          <a:chExt cx="0" cy="0"/>
        </a:xfrm>
      </p:grpSpPr>
      <p:sp>
        <p:nvSpPr>
          <p:cNvPr id="130" name="Slide Number Placeholder 4">
            <a:extLst>
              <a:ext uri="{FF2B5EF4-FFF2-40B4-BE49-F238E27FC236}">
                <a16:creationId xmlns:a16="http://schemas.microsoft.com/office/drawing/2014/main" id="{6E3A8D7F-9551-9FA5-0F67-15B75AA825D2}"/>
              </a:ext>
            </a:extLst>
          </p:cNvPr>
          <p:cNvSpPr txBox="1">
            <a:spLocks noGrp="1"/>
          </p:cNvSpPr>
          <p:nvPr>
            <p:ph type="sldNum" sz="quarter" idx="2"/>
          </p:nvPr>
        </p:nvSpPr>
        <p:spPr>
          <a:xfrm>
            <a:off x="12369933" y="9101351"/>
            <a:ext cx="238973" cy="3462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7</a:t>
            </a:fld>
            <a:endParaRPr/>
          </a:p>
        </p:txBody>
      </p:sp>
      <p:sp>
        <p:nvSpPr>
          <p:cNvPr id="2" name="AutoShape 2">
            <a:extLst>
              <a:ext uri="{FF2B5EF4-FFF2-40B4-BE49-F238E27FC236}">
                <a16:creationId xmlns:a16="http://schemas.microsoft.com/office/drawing/2014/main" id="{293B9E81-1E57-F876-3384-C538220AF850}"/>
              </a:ext>
            </a:extLst>
          </p:cNvPr>
          <p:cNvSpPr>
            <a:spLocks noChangeAspect="1" noChangeArrowheads="1"/>
          </p:cNvSpPr>
          <p:nvPr/>
        </p:nvSpPr>
        <p:spPr bwMode="auto">
          <a:xfrm>
            <a:off x="6349999" y="1691861"/>
            <a:ext cx="3337339" cy="333733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5E1D617B-94AD-E719-2AB3-1F7B8B1052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958" y="3448050"/>
            <a:ext cx="6349999" cy="3162300"/>
          </a:xfrm>
          <a:prstGeom prst="rect">
            <a:avLst/>
          </a:prstGeom>
          <a:ln>
            <a:solidFill>
              <a:schemeClr val="bg1"/>
            </a:solidFill>
          </a:ln>
        </p:spPr>
      </p:pic>
      <p:pic>
        <p:nvPicPr>
          <p:cNvPr id="9" name="Picture 8">
            <a:extLst>
              <a:ext uri="{FF2B5EF4-FFF2-40B4-BE49-F238E27FC236}">
                <a16:creationId xmlns:a16="http://schemas.microsoft.com/office/drawing/2014/main" id="{2D69478D-D4E9-8BF5-AFDE-CE693BF7FA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82701" y="3693975"/>
            <a:ext cx="4609273" cy="2719139"/>
          </a:xfrm>
          <a:prstGeom prst="rect">
            <a:avLst/>
          </a:prstGeom>
        </p:spPr>
      </p:pic>
      <p:pic>
        <p:nvPicPr>
          <p:cNvPr id="6" name="Picture 5">
            <a:extLst>
              <a:ext uri="{FF2B5EF4-FFF2-40B4-BE49-F238E27FC236}">
                <a16:creationId xmlns:a16="http://schemas.microsoft.com/office/drawing/2014/main" id="{A4AABAEE-AB61-60B0-C833-19914D51F786}"/>
              </a:ext>
            </a:extLst>
          </p:cNvPr>
          <p:cNvPicPr>
            <a:picLocks noChangeAspect="1"/>
          </p:cNvPicPr>
          <p:nvPr/>
        </p:nvPicPr>
        <p:blipFill>
          <a:blip r:embed="rId4"/>
          <a:stretch>
            <a:fillRect/>
          </a:stretch>
        </p:blipFill>
        <p:spPr>
          <a:xfrm>
            <a:off x="10111408" y="1"/>
            <a:ext cx="2893391" cy="774661"/>
          </a:xfrm>
          <a:prstGeom prst="rect">
            <a:avLst/>
          </a:prstGeom>
        </p:spPr>
      </p:pic>
      <p:sp>
        <p:nvSpPr>
          <p:cNvPr id="8" name="Title 1">
            <a:extLst>
              <a:ext uri="{FF2B5EF4-FFF2-40B4-BE49-F238E27FC236}">
                <a16:creationId xmlns:a16="http://schemas.microsoft.com/office/drawing/2014/main" id="{3940DA0F-E084-D5CB-DA92-2D9D07698C04}"/>
              </a:ext>
            </a:extLst>
          </p:cNvPr>
          <p:cNvSpPr txBox="1">
            <a:spLocks/>
          </p:cNvSpPr>
          <p:nvPr/>
        </p:nvSpPr>
        <p:spPr>
          <a:xfrm>
            <a:off x="1625599" y="317461"/>
            <a:ext cx="9753602" cy="91440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8767" tIns="48767" rIns="48767" bIns="48767" anchor="ctr">
            <a:normAutofit fontScale="97500" lnSpcReduction="10000"/>
          </a:bodyPr>
          <a:lstStyle>
            <a:lvl1pPr marL="0" marR="0" indent="0" algn="ctr" defTabSz="1456537" rtl="0" latinLnBrk="0">
              <a:lnSpc>
                <a:spcPct val="100000"/>
              </a:lnSpc>
              <a:spcBef>
                <a:spcPts val="0"/>
              </a:spcBef>
              <a:spcAft>
                <a:spcPts val="0"/>
              </a:spcAft>
              <a:buClrTx/>
              <a:buSzTx/>
              <a:buFontTx/>
              <a:buNone/>
              <a:tabLst/>
              <a:defRPr sz="5880" b="1" i="0" u="none" strike="noStrike" cap="none" spc="0" baseline="0">
                <a:solidFill>
                  <a:srgbClr val="000000"/>
                </a:solidFill>
                <a:effectLst>
                  <a:outerShdw blurRad="32004" dist="32004" dir="2700000" rotWithShape="0">
                    <a:srgbClr val="000000">
                      <a:alpha val="43137"/>
                    </a:srgbClr>
                  </a:outerShdw>
                </a:effectLst>
                <a:uFillTx/>
                <a:latin typeface="+mn-lt"/>
                <a:ea typeface="+mn-ea"/>
                <a:cs typeface="+mn-cs"/>
                <a:sym typeface="Times New Roman"/>
              </a:defRPr>
            </a:lvl1pPr>
            <a:lvl2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2pPr>
            <a:lvl3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3pPr>
            <a:lvl4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4pPr>
            <a:lvl5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5pPr>
            <a:lvl6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6pPr>
            <a:lvl7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7pPr>
            <a:lvl8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8pPr>
            <a:lvl9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9pPr>
          </a:lstStyle>
          <a:p>
            <a:pPr hangingPunct="1"/>
            <a:r>
              <a:rPr lang="en-IN" dirty="0"/>
              <a:t>Rice Encoder FSM</a:t>
            </a:r>
          </a:p>
        </p:txBody>
      </p:sp>
    </p:spTree>
    <p:extLst>
      <p:ext uri="{BB962C8B-B14F-4D97-AF65-F5344CB8AC3E}">
        <p14:creationId xmlns:p14="http://schemas.microsoft.com/office/powerpoint/2010/main" val="3696630913"/>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DD04C-1C64-1917-6BF2-A15E0E49A320}"/>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E5F79F1E-3BC7-4946-6A4B-2F0A7AE848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147" y="1428629"/>
            <a:ext cx="13145093" cy="6795237"/>
          </a:xfrm>
          <a:prstGeom prst="rect">
            <a:avLst/>
          </a:prstGeom>
        </p:spPr>
      </p:pic>
      <p:sp>
        <p:nvSpPr>
          <p:cNvPr id="130" name="Slide Number Placeholder 4">
            <a:extLst>
              <a:ext uri="{FF2B5EF4-FFF2-40B4-BE49-F238E27FC236}">
                <a16:creationId xmlns:a16="http://schemas.microsoft.com/office/drawing/2014/main" id="{BBF705DB-7F98-34BB-C3EF-AFF24757103D}"/>
              </a:ext>
            </a:extLst>
          </p:cNvPr>
          <p:cNvSpPr txBox="1">
            <a:spLocks noGrp="1"/>
          </p:cNvSpPr>
          <p:nvPr>
            <p:ph type="sldNum" sz="quarter" idx="2"/>
          </p:nvPr>
        </p:nvSpPr>
        <p:spPr>
          <a:xfrm>
            <a:off x="12369933" y="9101351"/>
            <a:ext cx="238973" cy="3462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8</a:t>
            </a:fld>
            <a:endParaRPr/>
          </a:p>
        </p:txBody>
      </p:sp>
      <p:pic>
        <p:nvPicPr>
          <p:cNvPr id="12" name="Picture 11">
            <a:extLst>
              <a:ext uri="{FF2B5EF4-FFF2-40B4-BE49-F238E27FC236}">
                <a16:creationId xmlns:a16="http://schemas.microsoft.com/office/drawing/2014/main" id="{72FFC376-8240-C467-2083-CD4386E6E9D2}"/>
              </a:ext>
            </a:extLst>
          </p:cNvPr>
          <p:cNvPicPr>
            <a:picLocks noChangeAspect="1"/>
          </p:cNvPicPr>
          <p:nvPr/>
        </p:nvPicPr>
        <p:blipFill>
          <a:blip r:embed="rId3"/>
          <a:stretch>
            <a:fillRect/>
          </a:stretch>
        </p:blipFill>
        <p:spPr>
          <a:xfrm>
            <a:off x="1722471" y="7338729"/>
            <a:ext cx="10964716" cy="761295"/>
          </a:xfrm>
          <a:prstGeom prst="rect">
            <a:avLst/>
          </a:prstGeom>
        </p:spPr>
      </p:pic>
      <p:pic>
        <p:nvPicPr>
          <p:cNvPr id="14" name="Picture 13">
            <a:extLst>
              <a:ext uri="{FF2B5EF4-FFF2-40B4-BE49-F238E27FC236}">
                <a16:creationId xmlns:a16="http://schemas.microsoft.com/office/drawing/2014/main" id="{6162F18D-1CEF-BB00-9356-10515AA0DA08}"/>
              </a:ext>
            </a:extLst>
          </p:cNvPr>
          <p:cNvPicPr>
            <a:picLocks noChangeAspect="1"/>
          </p:cNvPicPr>
          <p:nvPr/>
        </p:nvPicPr>
        <p:blipFill>
          <a:blip r:embed="rId3"/>
          <a:stretch>
            <a:fillRect/>
          </a:stretch>
        </p:blipFill>
        <p:spPr>
          <a:xfrm>
            <a:off x="1323273" y="9026805"/>
            <a:ext cx="2467319" cy="247685"/>
          </a:xfrm>
          <a:prstGeom prst="rect">
            <a:avLst/>
          </a:prstGeom>
        </p:spPr>
      </p:pic>
      <p:pic>
        <p:nvPicPr>
          <p:cNvPr id="18" name="Picture 17">
            <a:extLst>
              <a:ext uri="{FF2B5EF4-FFF2-40B4-BE49-F238E27FC236}">
                <a16:creationId xmlns:a16="http://schemas.microsoft.com/office/drawing/2014/main" id="{C651540D-ADA0-49C2-9357-CFB3D87AE13B}"/>
              </a:ext>
            </a:extLst>
          </p:cNvPr>
          <p:cNvPicPr>
            <a:picLocks noChangeAspect="1"/>
          </p:cNvPicPr>
          <p:nvPr/>
        </p:nvPicPr>
        <p:blipFill>
          <a:blip r:embed="rId4"/>
          <a:stretch>
            <a:fillRect/>
          </a:stretch>
        </p:blipFill>
        <p:spPr>
          <a:xfrm>
            <a:off x="11005115" y="7976181"/>
            <a:ext cx="1971950" cy="247685"/>
          </a:xfrm>
          <a:prstGeom prst="rect">
            <a:avLst/>
          </a:prstGeom>
        </p:spPr>
      </p:pic>
      <p:sp>
        <p:nvSpPr>
          <p:cNvPr id="2" name="Title 1">
            <a:extLst>
              <a:ext uri="{FF2B5EF4-FFF2-40B4-BE49-F238E27FC236}">
                <a16:creationId xmlns:a16="http://schemas.microsoft.com/office/drawing/2014/main" id="{EF2CF41B-544E-102B-69C7-18131169D953}"/>
              </a:ext>
            </a:extLst>
          </p:cNvPr>
          <p:cNvSpPr txBox="1">
            <a:spLocks/>
          </p:cNvSpPr>
          <p:nvPr/>
        </p:nvSpPr>
        <p:spPr>
          <a:xfrm>
            <a:off x="1625598" y="569959"/>
            <a:ext cx="9753602" cy="91440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8767" tIns="48767" rIns="48767" bIns="48767" anchor="ctr">
            <a:normAutofit fontScale="97500" lnSpcReduction="10000"/>
          </a:bodyPr>
          <a:lstStyle>
            <a:lvl1pPr marL="0" marR="0" indent="0" algn="ctr" defTabSz="1456537" rtl="0" latinLnBrk="0">
              <a:lnSpc>
                <a:spcPct val="100000"/>
              </a:lnSpc>
              <a:spcBef>
                <a:spcPts val="0"/>
              </a:spcBef>
              <a:spcAft>
                <a:spcPts val="0"/>
              </a:spcAft>
              <a:buClrTx/>
              <a:buSzTx/>
              <a:buFontTx/>
              <a:buNone/>
              <a:tabLst/>
              <a:defRPr sz="5880" b="1" i="0" u="none" strike="noStrike" cap="none" spc="0" baseline="0">
                <a:solidFill>
                  <a:srgbClr val="000000"/>
                </a:solidFill>
                <a:effectLst>
                  <a:outerShdw blurRad="32004" dist="32004" dir="2700000" rotWithShape="0">
                    <a:srgbClr val="000000">
                      <a:alpha val="43137"/>
                    </a:srgbClr>
                  </a:outerShdw>
                </a:effectLst>
                <a:uFillTx/>
                <a:latin typeface="+mn-lt"/>
                <a:ea typeface="+mn-ea"/>
                <a:cs typeface="+mn-cs"/>
                <a:sym typeface="Times New Roman"/>
              </a:defRPr>
            </a:lvl1pPr>
            <a:lvl2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2pPr>
            <a:lvl3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3pPr>
            <a:lvl4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4pPr>
            <a:lvl5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5pPr>
            <a:lvl6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6pPr>
            <a:lvl7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7pPr>
            <a:lvl8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8pPr>
            <a:lvl9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9pPr>
          </a:lstStyle>
          <a:p>
            <a:pPr hangingPunct="1"/>
            <a:r>
              <a:rPr lang="en-IN" dirty="0"/>
              <a:t>Performance Metrics</a:t>
            </a:r>
          </a:p>
        </p:txBody>
      </p:sp>
      <p:pic>
        <p:nvPicPr>
          <p:cNvPr id="5" name="Picture 4">
            <a:extLst>
              <a:ext uri="{FF2B5EF4-FFF2-40B4-BE49-F238E27FC236}">
                <a16:creationId xmlns:a16="http://schemas.microsoft.com/office/drawing/2014/main" id="{9FC85CB7-FFAC-0D0E-0807-BBDA5F111BAB}"/>
              </a:ext>
            </a:extLst>
          </p:cNvPr>
          <p:cNvPicPr>
            <a:picLocks noChangeAspect="1"/>
          </p:cNvPicPr>
          <p:nvPr/>
        </p:nvPicPr>
        <p:blipFill>
          <a:blip r:embed="rId5"/>
          <a:stretch>
            <a:fillRect/>
          </a:stretch>
        </p:blipFill>
        <p:spPr>
          <a:xfrm>
            <a:off x="10040904" y="7698233"/>
            <a:ext cx="2936161" cy="169394"/>
          </a:xfrm>
          <a:prstGeom prst="rect">
            <a:avLst/>
          </a:prstGeom>
        </p:spPr>
      </p:pic>
      <p:pic>
        <p:nvPicPr>
          <p:cNvPr id="4" name="Picture 3">
            <a:extLst>
              <a:ext uri="{FF2B5EF4-FFF2-40B4-BE49-F238E27FC236}">
                <a16:creationId xmlns:a16="http://schemas.microsoft.com/office/drawing/2014/main" id="{39D23EA4-4F07-629D-6FFD-B5CE04004C1B}"/>
              </a:ext>
            </a:extLst>
          </p:cNvPr>
          <p:cNvPicPr>
            <a:picLocks noChangeAspect="1"/>
          </p:cNvPicPr>
          <p:nvPr/>
        </p:nvPicPr>
        <p:blipFill>
          <a:blip r:embed="rId6"/>
          <a:stretch>
            <a:fillRect/>
          </a:stretch>
        </p:blipFill>
        <p:spPr>
          <a:xfrm>
            <a:off x="10111408" y="1"/>
            <a:ext cx="2893391" cy="774661"/>
          </a:xfrm>
          <a:prstGeom prst="rect">
            <a:avLst/>
          </a:prstGeom>
        </p:spPr>
      </p:pic>
    </p:spTree>
    <p:extLst>
      <p:ext uri="{BB962C8B-B14F-4D97-AF65-F5344CB8AC3E}">
        <p14:creationId xmlns:p14="http://schemas.microsoft.com/office/powerpoint/2010/main" val="3084698861"/>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34F40-78F3-EB88-E97D-F3B411CA5AD3}"/>
            </a:ext>
          </a:extLst>
        </p:cNvPr>
        <p:cNvGrpSpPr/>
        <p:nvPr/>
      </p:nvGrpSpPr>
      <p:grpSpPr>
        <a:xfrm>
          <a:off x="0" y="0"/>
          <a:ext cx="0" cy="0"/>
          <a:chOff x="0" y="0"/>
          <a:chExt cx="0" cy="0"/>
        </a:xfrm>
      </p:grpSpPr>
      <p:sp>
        <p:nvSpPr>
          <p:cNvPr id="128" name="Title 1">
            <a:extLst>
              <a:ext uri="{FF2B5EF4-FFF2-40B4-BE49-F238E27FC236}">
                <a16:creationId xmlns:a16="http://schemas.microsoft.com/office/drawing/2014/main" id="{3819EADA-21F8-BC8B-77F9-0005BA536674}"/>
              </a:ext>
            </a:extLst>
          </p:cNvPr>
          <p:cNvSpPr txBox="1">
            <a:spLocks noGrp="1"/>
          </p:cNvSpPr>
          <p:nvPr>
            <p:ph type="title"/>
          </p:nvPr>
        </p:nvSpPr>
        <p:spPr>
          <a:xfrm>
            <a:off x="1625598" y="133726"/>
            <a:ext cx="9753602" cy="914401"/>
          </a:xfrm>
          <a:prstGeom prst="rect">
            <a:avLst/>
          </a:prstGeom>
        </p:spPr>
        <p:txBody>
          <a:bodyPr>
            <a:normAutofit fontScale="90000"/>
          </a:bodyPr>
          <a:lstStyle>
            <a:lvl1pPr defTabSz="1456537">
              <a:defRPr sz="5880" b="1">
                <a:effectLst>
                  <a:outerShdw blurRad="32004" dist="32004" dir="2700000" rotWithShape="0">
                    <a:srgbClr val="000000">
                      <a:alpha val="43137"/>
                    </a:srgbClr>
                  </a:outerShdw>
                </a:effectLst>
                <a:latin typeface="+mn-lt"/>
                <a:ea typeface="+mn-ea"/>
                <a:cs typeface="+mn-cs"/>
                <a:sym typeface="Times New Roman"/>
              </a:defRPr>
            </a:lvl1pPr>
          </a:lstStyle>
          <a:p>
            <a:r>
              <a:rPr lang="en-US" dirty="0"/>
              <a:t>O</a:t>
            </a:r>
            <a:r>
              <a:rPr lang="en-IN" dirty="0" err="1"/>
              <a:t>btained</a:t>
            </a:r>
            <a:r>
              <a:rPr lang="en-IN" dirty="0"/>
              <a:t> parameters</a:t>
            </a:r>
            <a:endParaRPr dirty="0"/>
          </a:p>
        </p:txBody>
      </p:sp>
      <p:sp>
        <p:nvSpPr>
          <p:cNvPr id="130" name="Slide Number Placeholder 4">
            <a:extLst>
              <a:ext uri="{FF2B5EF4-FFF2-40B4-BE49-F238E27FC236}">
                <a16:creationId xmlns:a16="http://schemas.microsoft.com/office/drawing/2014/main" id="{3AD3BA08-AAE8-795B-E8F3-BA1DE32E170C}"/>
              </a:ext>
            </a:extLst>
          </p:cNvPr>
          <p:cNvSpPr txBox="1">
            <a:spLocks noGrp="1"/>
          </p:cNvSpPr>
          <p:nvPr>
            <p:ph type="sldNum" sz="quarter" idx="2"/>
          </p:nvPr>
        </p:nvSpPr>
        <p:spPr>
          <a:xfrm>
            <a:off x="12369933" y="9101351"/>
            <a:ext cx="238973" cy="346278"/>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9</a:t>
            </a:fld>
            <a:endParaRPr/>
          </a:p>
        </p:txBody>
      </p:sp>
      <p:graphicFrame>
        <p:nvGraphicFramePr>
          <p:cNvPr id="2" name="Table 1">
            <a:extLst>
              <a:ext uri="{FF2B5EF4-FFF2-40B4-BE49-F238E27FC236}">
                <a16:creationId xmlns:a16="http://schemas.microsoft.com/office/drawing/2014/main" id="{324A182C-A6D5-E808-77FC-B1118925A295}"/>
              </a:ext>
            </a:extLst>
          </p:cNvPr>
          <p:cNvGraphicFramePr>
            <a:graphicFrameLocks noGrp="1"/>
          </p:cNvGraphicFramePr>
          <p:nvPr>
            <p:extLst>
              <p:ext uri="{D42A27DB-BD31-4B8C-83A1-F6EECF244321}">
                <p14:modId xmlns:p14="http://schemas.microsoft.com/office/powerpoint/2010/main" val="4097445369"/>
              </p:ext>
            </p:extLst>
          </p:nvPr>
        </p:nvGraphicFramePr>
        <p:xfrm>
          <a:off x="977346" y="2416297"/>
          <a:ext cx="11245135" cy="7095900"/>
        </p:xfrm>
        <a:graphic>
          <a:graphicData uri="http://schemas.openxmlformats.org/drawingml/2006/table">
            <a:tbl>
              <a:tblPr firstRow="1" bandRow="1">
                <a:tableStyleId>{69012ECD-51FC-41F1-AA8D-1B2483CD663E}</a:tableStyleId>
              </a:tblPr>
              <a:tblGrid>
                <a:gridCol w="2249027">
                  <a:extLst>
                    <a:ext uri="{9D8B030D-6E8A-4147-A177-3AD203B41FA5}">
                      <a16:colId xmlns:a16="http://schemas.microsoft.com/office/drawing/2014/main" val="3593665825"/>
                    </a:ext>
                  </a:extLst>
                </a:gridCol>
                <a:gridCol w="2249027">
                  <a:extLst>
                    <a:ext uri="{9D8B030D-6E8A-4147-A177-3AD203B41FA5}">
                      <a16:colId xmlns:a16="http://schemas.microsoft.com/office/drawing/2014/main" val="3164178045"/>
                    </a:ext>
                  </a:extLst>
                </a:gridCol>
                <a:gridCol w="2249027">
                  <a:extLst>
                    <a:ext uri="{9D8B030D-6E8A-4147-A177-3AD203B41FA5}">
                      <a16:colId xmlns:a16="http://schemas.microsoft.com/office/drawing/2014/main" val="999585597"/>
                    </a:ext>
                  </a:extLst>
                </a:gridCol>
                <a:gridCol w="2249027">
                  <a:extLst>
                    <a:ext uri="{9D8B030D-6E8A-4147-A177-3AD203B41FA5}">
                      <a16:colId xmlns:a16="http://schemas.microsoft.com/office/drawing/2014/main" val="3437848988"/>
                    </a:ext>
                  </a:extLst>
                </a:gridCol>
                <a:gridCol w="2249027">
                  <a:extLst>
                    <a:ext uri="{9D8B030D-6E8A-4147-A177-3AD203B41FA5}">
                      <a16:colId xmlns:a16="http://schemas.microsoft.com/office/drawing/2014/main" val="2982904305"/>
                    </a:ext>
                  </a:extLst>
                </a:gridCol>
              </a:tblGrid>
              <a:tr h="1013700">
                <a:tc>
                  <a:txBody>
                    <a:bodyPr/>
                    <a:lstStyle/>
                    <a:p>
                      <a:pPr algn="r"/>
                      <a:r>
                        <a:rPr lang="en-IN" b="1" dirty="0"/>
                        <a:t>Parameters</a:t>
                      </a:r>
                    </a:p>
                    <a:p>
                      <a:pPr algn="r"/>
                      <a:endParaRPr lang="en-IN" b="1" dirty="0"/>
                    </a:p>
                    <a:p>
                      <a:pPr algn="l"/>
                      <a:r>
                        <a:rPr lang="en-IN" b="1" dirty="0"/>
                        <a:t>Method</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1733973" rtl="0" eaLnBrk="1" fontAlgn="auto" latinLnBrk="0" hangingPunct="1">
                        <a:lnSpc>
                          <a:spcPct val="100000"/>
                        </a:lnSpc>
                        <a:spcBef>
                          <a:spcPts val="0"/>
                        </a:spcBef>
                        <a:spcAft>
                          <a:spcPts val="0"/>
                        </a:spcAft>
                        <a:buClrTx/>
                        <a:buSzTx/>
                        <a:buFontTx/>
                        <a:buNone/>
                        <a:tabLst/>
                        <a:defRPr/>
                      </a:pPr>
                      <a:r>
                        <a:rPr lang="en-IN" b="1" dirty="0"/>
                        <a:t>Compression ratio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1733973" rtl="0" eaLnBrk="1" fontAlgn="auto" latinLnBrk="0" hangingPunct="1">
                        <a:lnSpc>
                          <a:spcPct val="100000"/>
                        </a:lnSpc>
                        <a:spcBef>
                          <a:spcPts val="0"/>
                        </a:spcBef>
                        <a:spcAft>
                          <a:spcPts val="0"/>
                        </a:spcAft>
                        <a:buClrTx/>
                        <a:buSzTx/>
                        <a:buFontTx/>
                        <a:buNone/>
                        <a:tabLst/>
                        <a:defRPr/>
                      </a:pPr>
                      <a:r>
                        <a:rPr lang="en-IN" b="1" dirty="0"/>
                        <a:t>Bits Per Pixel for compressed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1733973" rtl="0" eaLnBrk="1" fontAlgn="auto" latinLnBrk="0" hangingPunct="1">
                        <a:lnSpc>
                          <a:spcPct val="100000"/>
                        </a:lnSpc>
                        <a:spcBef>
                          <a:spcPts val="0"/>
                        </a:spcBef>
                        <a:spcAft>
                          <a:spcPts val="0"/>
                        </a:spcAft>
                        <a:buClrTx/>
                        <a:buSzTx/>
                        <a:buFontTx/>
                        <a:buNone/>
                        <a:tabLst/>
                        <a:defRPr/>
                      </a:pPr>
                      <a:r>
                        <a:rPr lang="en-IN" b="1" dirty="0"/>
                        <a:t>Data Retention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1733973" rtl="0" eaLnBrk="1" fontAlgn="auto" latinLnBrk="0" hangingPunct="1">
                        <a:lnSpc>
                          <a:spcPct val="100000"/>
                        </a:lnSpc>
                        <a:spcBef>
                          <a:spcPts val="0"/>
                        </a:spcBef>
                        <a:spcAft>
                          <a:spcPts val="0"/>
                        </a:spcAft>
                        <a:buClrTx/>
                        <a:buSzTx/>
                        <a:buFontTx/>
                        <a:buNone/>
                        <a:tabLst/>
                        <a:defRPr/>
                      </a:pPr>
                      <a:r>
                        <a:rPr lang="en-IN" b="1" dirty="0"/>
                        <a:t>File size (Bytes)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7256614"/>
                  </a:ext>
                </a:extLst>
              </a:tr>
              <a:tr h="1013700">
                <a:tc>
                  <a:txBody>
                    <a:bodyPr/>
                    <a:lstStyle/>
                    <a:p>
                      <a:pPr marL="0" marR="0" lvl="0" indent="0" algn="ctr" defTabSz="1733973" rtl="0" eaLnBrk="1" fontAlgn="auto" latinLnBrk="0" hangingPunct="1">
                        <a:lnSpc>
                          <a:spcPct val="100000"/>
                        </a:lnSpc>
                        <a:spcBef>
                          <a:spcPts val="0"/>
                        </a:spcBef>
                        <a:spcAft>
                          <a:spcPts val="0"/>
                        </a:spcAft>
                        <a:buClrTx/>
                        <a:buSzTx/>
                        <a:buFontTx/>
                        <a:buNone/>
                        <a:tabLst/>
                        <a:defRPr/>
                      </a:pPr>
                      <a:r>
                        <a:rPr lang="en-IN" b="1" dirty="0"/>
                        <a:t>BMP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1733973" rtl="0" eaLnBrk="1" fontAlgn="auto" latinLnBrk="0" hangingPunct="1">
                        <a:lnSpc>
                          <a:spcPct val="100000"/>
                        </a:lnSpc>
                        <a:spcBef>
                          <a:spcPts val="0"/>
                        </a:spcBef>
                        <a:spcAft>
                          <a:spcPts val="0"/>
                        </a:spcAft>
                        <a:buClrTx/>
                        <a:buSzTx/>
                        <a:buFontTx/>
                        <a:buNone/>
                        <a:tabLst/>
                        <a:defRPr/>
                      </a:pPr>
                      <a:r>
                        <a:rPr lang="en-IN" dirty="0"/>
                        <a:t>0.9999142390192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1733973" rtl="0" eaLnBrk="1" fontAlgn="auto" latinLnBrk="0" hangingPunct="1">
                        <a:lnSpc>
                          <a:spcPct val="100000"/>
                        </a:lnSpc>
                        <a:spcBef>
                          <a:spcPts val="0"/>
                        </a:spcBef>
                        <a:spcAft>
                          <a:spcPts val="0"/>
                        </a:spcAft>
                        <a:buClrTx/>
                        <a:buSzTx/>
                        <a:buFontTx/>
                        <a:buNone/>
                        <a:tabLst/>
                        <a:defRPr/>
                      </a:pPr>
                      <a:r>
                        <a:rPr lang="en-IN" dirty="0"/>
                        <a:t>8.000686146691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Lossless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1733973" rtl="0" eaLnBrk="1" fontAlgn="auto" latinLnBrk="0" hangingPunct="1">
                        <a:lnSpc>
                          <a:spcPct val="100000"/>
                        </a:lnSpc>
                        <a:spcBef>
                          <a:spcPts val="0"/>
                        </a:spcBef>
                        <a:spcAft>
                          <a:spcPts val="0"/>
                        </a:spcAft>
                        <a:buClrTx/>
                        <a:buSzTx/>
                        <a:buFontTx/>
                        <a:buNone/>
                        <a:tabLst/>
                        <a:defRPr/>
                      </a:pPr>
                      <a:r>
                        <a:rPr lang="en-IN" dirty="0"/>
                        <a:t>1,25,34,838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4289574128"/>
                  </a:ext>
                </a:extLst>
              </a:tr>
              <a:tr h="1013700">
                <a:tc>
                  <a:txBody>
                    <a:bodyPr/>
                    <a:lstStyle/>
                    <a:p>
                      <a:pPr marL="0" marR="0" lvl="0" indent="0" algn="ctr" defTabSz="1733973" rtl="0" eaLnBrk="1" fontAlgn="auto" latinLnBrk="0" hangingPunct="1">
                        <a:lnSpc>
                          <a:spcPct val="100000"/>
                        </a:lnSpc>
                        <a:spcBef>
                          <a:spcPts val="0"/>
                        </a:spcBef>
                        <a:spcAft>
                          <a:spcPts val="0"/>
                        </a:spcAft>
                        <a:buClrTx/>
                        <a:buSzTx/>
                        <a:buFontTx/>
                        <a:buNone/>
                        <a:tabLst/>
                        <a:defRPr/>
                      </a:pPr>
                      <a:r>
                        <a:rPr lang="en-IN" b="1" dirty="0"/>
                        <a:t>TIFF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1733973" rtl="0" eaLnBrk="1" fontAlgn="auto" latinLnBrk="0" hangingPunct="1">
                        <a:lnSpc>
                          <a:spcPct val="100000"/>
                        </a:lnSpc>
                        <a:spcBef>
                          <a:spcPts val="0"/>
                        </a:spcBef>
                        <a:spcAft>
                          <a:spcPts val="0"/>
                        </a:spcAft>
                        <a:buClrTx/>
                        <a:buSzTx/>
                        <a:buFontTx/>
                        <a:buNone/>
                        <a:tabLst/>
                        <a:defRPr/>
                      </a:pPr>
                      <a:r>
                        <a:rPr lang="en-IN" dirty="0"/>
                        <a:t>0.9999905057347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1733973" rtl="0" eaLnBrk="1" fontAlgn="auto" latinLnBrk="0" hangingPunct="1">
                        <a:lnSpc>
                          <a:spcPct val="100000"/>
                        </a:lnSpc>
                        <a:spcBef>
                          <a:spcPts val="0"/>
                        </a:spcBef>
                        <a:spcAft>
                          <a:spcPts val="0"/>
                        </a:spcAft>
                        <a:buClrTx/>
                        <a:buSzTx/>
                        <a:buFontTx/>
                        <a:buNone/>
                        <a:tabLst/>
                        <a:defRPr/>
                      </a:pPr>
                      <a:r>
                        <a:rPr lang="en-IN" dirty="0"/>
                        <a:t>8.0000759548435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1733973" rtl="0" eaLnBrk="1" fontAlgn="auto" latinLnBrk="0" hangingPunct="1">
                        <a:lnSpc>
                          <a:spcPct val="100000"/>
                        </a:lnSpc>
                        <a:spcBef>
                          <a:spcPts val="0"/>
                        </a:spcBef>
                        <a:spcAft>
                          <a:spcPts val="0"/>
                        </a:spcAft>
                        <a:buClrTx/>
                        <a:buSzTx/>
                        <a:buFontTx/>
                        <a:buNone/>
                        <a:tabLst/>
                        <a:defRPr/>
                      </a:pPr>
                      <a:r>
                        <a:rPr lang="en-IN" dirty="0"/>
                        <a:t>Lossless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1733973" rtl="0" eaLnBrk="1" fontAlgn="auto" latinLnBrk="0" hangingPunct="1">
                        <a:lnSpc>
                          <a:spcPct val="100000"/>
                        </a:lnSpc>
                        <a:spcBef>
                          <a:spcPts val="0"/>
                        </a:spcBef>
                        <a:spcAft>
                          <a:spcPts val="0"/>
                        </a:spcAft>
                        <a:buClrTx/>
                        <a:buSzTx/>
                        <a:buFontTx/>
                        <a:buNone/>
                        <a:tabLst/>
                        <a:defRPr/>
                      </a:pPr>
                      <a:r>
                        <a:rPr lang="en-IN" dirty="0"/>
                        <a:t>1,25,33,882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337548478"/>
                  </a:ext>
                </a:extLst>
              </a:tr>
              <a:tr h="1013700">
                <a:tc>
                  <a:txBody>
                    <a:bodyPr/>
                    <a:lstStyle/>
                    <a:p>
                      <a:pPr marL="0" marR="0" lvl="0" indent="0" algn="ctr" defTabSz="1733973" rtl="0" eaLnBrk="1" fontAlgn="auto" latinLnBrk="0" hangingPunct="1">
                        <a:lnSpc>
                          <a:spcPct val="100000"/>
                        </a:lnSpc>
                        <a:spcBef>
                          <a:spcPts val="0"/>
                        </a:spcBef>
                        <a:spcAft>
                          <a:spcPts val="0"/>
                        </a:spcAft>
                        <a:buClrTx/>
                        <a:buSzTx/>
                        <a:buFontTx/>
                        <a:buNone/>
                        <a:tabLst/>
                        <a:defRPr/>
                      </a:pPr>
                      <a:r>
                        <a:rPr lang="en-IN" b="1" dirty="0"/>
                        <a:t>PNG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1733973" rtl="0" eaLnBrk="1" fontAlgn="auto" latinLnBrk="0" hangingPunct="1">
                        <a:lnSpc>
                          <a:spcPct val="100000"/>
                        </a:lnSpc>
                        <a:spcBef>
                          <a:spcPts val="0"/>
                        </a:spcBef>
                        <a:spcAft>
                          <a:spcPts val="0"/>
                        </a:spcAft>
                        <a:buClrTx/>
                        <a:buSzTx/>
                        <a:buFontTx/>
                        <a:buNone/>
                        <a:tabLst/>
                        <a:defRPr/>
                      </a:pPr>
                      <a:r>
                        <a:rPr lang="en-IN" dirty="0"/>
                        <a:t>3.2160803465652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1733973" rtl="0" eaLnBrk="1" fontAlgn="auto" latinLnBrk="0" hangingPunct="1">
                        <a:lnSpc>
                          <a:spcPct val="100000"/>
                        </a:lnSpc>
                        <a:spcBef>
                          <a:spcPts val="0"/>
                        </a:spcBef>
                        <a:spcAft>
                          <a:spcPts val="0"/>
                        </a:spcAft>
                        <a:buClrTx/>
                        <a:buSzTx/>
                        <a:buFontTx/>
                        <a:buNone/>
                        <a:tabLst/>
                        <a:defRPr/>
                      </a:pPr>
                      <a:r>
                        <a:rPr lang="en-IN" dirty="0"/>
                        <a:t>2.4875000428842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1733973" rtl="0" eaLnBrk="1" fontAlgn="auto" latinLnBrk="0" hangingPunct="1">
                        <a:lnSpc>
                          <a:spcPct val="100000"/>
                        </a:lnSpc>
                        <a:spcBef>
                          <a:spcPts val="0"/>
                        </a:spcBef>
                        <a:spcAft>
                          <a:spcPts val="0"/>
                        </a:spcAft>
                        <a:buClrTx/>
                        <a:buSzTx/>
                        <a:buFontTx/>
                        <a:buNone/>
                        <a:tabLst/>
                        <a:defRPr/>
                      </a:pPr>
                      <a:r>
                        <a:rPr lang="en-IN" dirty="0"/>
                        <a:t>Lossless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1733973" rtl="0" eaLnBrk="1" fontAlgn="auto" latinLnBrk="0" hangingPunct="1">
                        <a:lnSpc>
                          <a:spcPct val="100000"/>
                        </a:lnSpc>
                        <a:spcBef>
                          <a:spcPts val="0"/>
                        </a:spcBef>
                        <a:spcAft>
                          <a:spcPts val="0"/>
                        </a:spcAft>
                        <a:buClrTx/>
                        <a:buSzTx/>
                        <a:buFontTx/>
                        <a:buNone/>
                        <a:tabLst/>
                        <a:defRPr/>
                      </a:pPr>
                      <a:r>
                        <a:rPr lang="en-IN" dirty="0"/>
                        <a:t>38,97,217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745391464"/>
                  </a:ext>
                </a:extLst>
              </a:tr>
              <a:tr h="1013700">
                <a:tc>
                  <a:txBody>
                    <a:bodyPr/>
                    <a:lstStyle/>
                    <a:p>
                      <a:pPr marL="0" marR="0" lvl="0" indent="0" algn="ctr" defTabSz="1733973" rtl="0" eaLnBrk="1" fontAlgn="auto" latinLnBrk="0" hangingPunct="1">
                        <a:lnSpc>
                          <a:spcPct val="100000"/>
                        </a:lnSpc>
                        <a:spcBef>
                          <a:spcPts val="0"/>
                        </a:spcBef>
                        <a:spcAft>
                          <a:spcPts val="0"/>
                        </a:spcAft>
                        <a:buClrTx/>
                        <a:buSzTx/>
                        <a:buFontTx/>
                        <a:buNone/>
                        <a:tabLst/>
                        <a:defRPr/>
                      </a:pPr>
                      <a:r>
                        <a:rPr lang="en-IN" b="1" dirty="0"/>
                        <a:t>HEIC (lossy)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1733973" rtl="0" eaLnBrk="1" fontAlgn="auto" latinLnBrk="0" hangingPunct="1">
                        <a:lnSpc>
                          <a:spcPct val="100000"/>
                        </a:lnSpc>
                        <a:spcBef>
                          <a:spcPts val="0"/>
                        </a:spcBef>
                        <a:spcAft>
                          <a:spcPts val="0"/>
                        </a:spcAft>
                        <a:buClrTx/>
                        <a:buSzTx/>
                        <a:buFontTx/>
                        <a:buNone/>
                        <a:tabLst/>
                        <a:defRPr/>
                      </a:pPr>
                      <a:r>
                        <a:rPr lang="en-IN" dirty="0"/>
                        <a:t>3.3328939558966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1733973" rtl="0" eaLnBrk="1" fontAlgn="auto" latinLnBrk="0" hangingPunct="1">
                        <a:lnSpc>
                          <a:spcPct val="100000"/>
                        </a:lnSpc>
                        <a:spcBef>
                          <a:spcPts val="0"/>
                        </a:spcBef>
                        <a:spcAft>
                          <a:spcPts val="0"/>
                        </a:spcAft>
                        <a:buClrTx/>
                        <a:buSzTx/>
                        <a:buFontTx/>
                        <a:buNone/>
                        <a:tabLst/>
                        <a:defRPr/>
                      </a:pPr>
                      <a:r>
                        <a:rPr lang="en-IN" dirty="0"/>
                        <a:t>2.4003163934592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Lossy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1733973" rtl="0" eaLnBrk="1" fontAlgn="auto" latinLnBrk="0" hangingPunct="1">
                        <a:lnSpc>
                          <a:spcPct val="100000"/>
                        </a:lnSpc>
                        <a:spcBef>
                          <a:spcPts val="0"/>
                        </a:spcBef>
                        <a:spcAft>
                          <a:spcPts val="0"/>
                        </a:spcAft>
                        <a:buClrTx/>
                        <a:buSzTx/>
                        <a:buFontTx/>
                        <a:buNone/>
                        <a:tabLst/>
                        <a:defRPr/>
                      </a:pPr>
                      <a:r>
                        <a:rPr lang="en-IN" dirty="0"/>
                        <a:t>37,60,624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647354600"/>
                  </a:ext>
                </a:extLst>
              </a:tr>
              <a:tr h="1013700">
                <a:tc>
                  <a:txBody>
                    <a:bodyPr/>
                    <a:lstStyle/>
                    <a:p>
                      <a:pPr marL="0" marR="0" lvl="0" indent="0" algn="ctr" defTabSz="1733973" rtl="0" eaLnBrk="1" fontAlgn="auto" latinLnBrk="0" hangingPunct="1">
                        <a:lnSpc>
                          <a:spcPct val="100000"/>
                        </a:lnSpc>
                        <a:spcBef>
                          <a:spcPts val="0"/>
                        </a:spcBef>
                        <a:spcAft>
                          <a:spcPts val="0"/>
                        </a:spcAft>
                        <a:buClrTx/>
                        <a:buSzTx/>
                        <a:buFontTx/>
                        <a:buNone/>
                        <a:tabLst/>
                        <a:defRPr/>
                      </a:pPr>
                      <a:r>
                        <a:rPr lang="en-IN" b="1" dirty="0"/>
                        <a:t>JPG (lossy)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1733973" rtl="0" eaLnBrk="1" fontAlgn="auto" latinLnBrk="0" hangingPunct="1">
                        <a:lnSpc>
                          <a:spcPct val="100000"/>
                        </a:lnSpc>
                        <a:spcBef>
                          <a:spcPts val="0"/>
                        </a:spcBef>
                        <a:spcAft>
                          <a:spcPts val="0"/>
                        </a:spcAft>
                        <a:buClrTx/>
                        <a:buSzTx/>
                        <a:buFontTx/>
                        <a:buNone/>
                        <a:tabLst/>
                        <a:defRPr/>
                      </a:pPr>
                      <a:r>
                        <a:rPr lang="en-IN" dirty="0"/>
                        <a:t>8.4834831542048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1733973" rtl="0" eaLnBrk="1" fontAlgn="auto" latinLnBrk="0" hangingPunct="1">
                        <a:lnSpc>
                          <a:spcPct val="100000"/>
                        </a:lnSpc>
                        <a:spcBef>
                          <a:spcPts val="0"/>
                        </a:spcBef>
                        <a:spcAft>
                          <a:spcPts val="0"/>
                        </a:spcAft>
                        <a:buClrTx/>
                        <a:buSzTx/>
                        <a:buFontTx/>
                        <a:buNone/>
                        <a:tabLst/>
                        <a:defRPr/>
                      </a:pPr>
                      <a:r>
                        <a:rPr lang="en-IN" dirty="0"/>
                        <a:t>0.9430088861595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a:t>Lossy</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1733973" rtl="0" eaLnBrk="1" fontAlgn="auto" latinLnBrk="0" hangingPunct="1">
                        <a:lnSpc>
                          <a:spcPct val="100000"/>
                        </a:lnSpc>
                        <a:spcBef>
                          <a:spcPts val="0"/>
                        </a:spcBef>
                        <a:spcAft>
                          <a:spcPts val="0"/>
                        </a:spcAft>
                        <a:buClrTx/>
                        <a:buSzTx/>
                        <a:buFontTx/>
                        <a:buNone/>
                        <a:tabLst/>
                        <a:defRPr/>
                      </a:pPr>
                      <a:r>
                        <a:rPr lang="en-IN" dirty="0"/>
                        <a:t>14,77,431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407753065"/>
                  </a:ext>
                </a:extLst>
              </a:tr>
              <a:tr h="1013700">
                <a:tc>
                  <a:txBody>
                    <a:bodyPr/>
                    <a:lstStyle/>
                    <a:p>
                      <a:pPr marL="0" marR="0" lvl="0" indent="0" algn="ctr" defTabSz="1733973" rtl="0" eaLnBrk="1" fontAlgn="auto" latinLnBrk="0" hangingPunct="1">
                        <a:lnSpc>
                          <a:spcPct val="100000"/>
                        </a:lnSpc>
                        <a:spcBef>
                          <a:spcPts val="0"/>
                        </a:spcBef>
                        <a:spcAft>
                          <a:spcPts val="0"/>
                        </a:spcAft>
                        <a:buClrTx/>
                        <a:buSzTx/>
                        <a:buFontTx/>
                        <a:buNone/>
                        <a:tabLst/>
                        <a:defRPr/>
                      </a:pPr>
                      <a:r>
                        <a:rPr lang="en-IN" b="1" dirty="0">
                          <a:solidFill>
                            <a:schemeClr val="tx1"/>
                          </a:solidFill>
                        </a:rPr>
                        <a:t>Proposed algorithm (.bin)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1733973" rtl="0" eaLnBrk="1" fontAlgn="auto" latinLnBrk="0" hangingPunct="1">
                        <a:lnSpc>
                          <a:spcPct val="100000"/>
                        </a:lnSpc>
                        <a:spcBef>
                          <a:spcPts val="0"/>
                        </a:spcBef>
                        <a:spcAft>
                          <a:spcPts val="0"/>
                        </a:spcAft>
                        <a:buClrTx/>
                        <a:buSzTx/>
                        <a:buFontTx/>
                        <a:buNone/>
                        <a:tabLst/>
                        <a:defRPr/>
                      </a:pPr>
                      <a:r>
                        <a:rPr lang="en-IN" dirty="0">
                          <a:solidFill>
                            <a:schemeClr val="tx1"/>
                          </a:solidFill>
                        </a:rPr>
                        <a:t>3.9025204338251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1733973" rtl="0" eaLnBrk="1" fontAlgn="auto" latinLnBrk="0" hangingPunct="1">
                        <a:lnSpc>
                          <a:spcPct val="100000"/>
                        </a:lnSpc>
                        <a:spcBef>
                          <a:spcPts val="0"/>
                        </a:spcBef>
                        <a:spcAft>
                          <a:spcPts val="0"/>
                        </a:spcAft>
                        <a:buClrTx/>
                        <a:buSzTx/>
                        <a:buFontTx/>
                        <a:buNone/>
                        <a:tabLst/>
                        <a:defRPr/>
                      </a:pPr>
                      <a:r>
                        <a:rPr lang="en-IN" dirty="0">
                          <a:solidFill>
                            <a:schemeClr val="tx1"/>
                          </a:solidFill>
                        </a:rPr>
                        <a:t>2.0499572354983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1733973" rtl="0" eaLnBrk="1" fontAlgn="auto" latinLnBrk="0" hangingPunct="1">
                        <a:lnSpc>
                          <a:spcPct val="100000"/>
                        </a:lnSpc>
                        <a:spcBef>
                          <a:spcPts val="0"/>
                        </a:spcBef>
                        <a:spcAft>
                          <a:spcPts val="0"/>
                        </a:spcAft>
                        <a:buClrTx/>
                        <a:buSzTx/>
                        <a:buFontTx/>
                        <a:buNone/>
                        <a:tabLst/>
                        <a:defRPr/>
                      </a:pPr>
                      <a:r>
                        <a:rPr lang="en-IN" dirty="0">
                          <a:solidFill>
                            <a:schemeClr val="tx1"/>
                          </a:solidFill>
                        </a:rPr>
                        <a:t>Lossless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1733973" rtl="0" eaLnBrk="1" fontAlgn="auto" latinLnBrk="0" hangingPunct="1">
                        <a:lnSpc>
                          <a:spcPct val="100000"/>
                        </a:lnSpc>
                        <a:spcBef>
                          <a:spcPts val="0"/>
                        </a:spcBef>
                        <a:spcAft>
                          <a:spcPts val="0"/>
                        </a:spcAft>
                        <a:buClrTx/>
                        <a:buSzTx/>
                        <a:buFontTx/>
                        <a:buNone/>
                        <a:tabLst/>
                        <a:defRPr/>
                      </a:pPr>
                      <a:r>
                        <a:rPr lang="en-IN" dirty="0">
                          <a:solidFill>
                            <a:schemeClr val="tx1"/>
                          </a:solidFill>
                        </a:rPr>
                        <a:t>32,11,709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824960440"/>
                  </a:ext>
                </a:extLst>
              </a:tr>
            </a:tbl>
          </a:graphicData>
        </a:graphic>
      </p:graphicFrame>
      <p:pic>
        <p:nvPicPr>
          <p:cNvPr id="3" name="Picture 2">
            <a:extLst>
              <a:ext uri="{FF2B5EF4-FFF2-40B4-BE49-F238E27FC236}">
                <a16:creationId xmlns:a16="http://schemas.microsoft.com/office/drawing/2014/main" id="{BC742D1E-E840-5939-69B9-CF43E14F859C}"/>
              </a:ext>
            </a:extLst>
          </p:cNvPr>
          <p:cNvPicPr>
            <a:picLocks noChangeAspect="1"/>
          </p:cNvPicPr>
          <p:nvPr/>
        </p:nvPicPr>
        <p:blipFill>
          <a:blip r:embed="rId2"/>
          <a:stretch>
            <a:fillRect/>
          </a:stretch>
        </p:blipFill>
        <p:spPr>
          <a:xfrm>
            <a:off x="10111408" y="1"/>
            <a:ext cx="2893391" cy="774661"/>
          </a:xfrm>
          <a:prstGeom prst="rect">
            <a:avLst/>
          </a:prstGeom>
        </p:spPr>
      </p:pic>
      <p:sp>
        <p:nvSpPr>
          <p:cNvPr id="4" name="TextBox 3">
            <a:extLst>
              <a:ext uri="{FF2B5EF4-FFF2-40B4-BE49-F238E27FC236}">
                <a16:creationId xmlns:a16="http://schemas.microsoft.com/office/drawing/2014/main" id="{1784BA9C-C7B2-B706-EA2A-33AE950EBD45}"/>
              </a:ext>
            </a:extLst>
          </p:cNvPr>
          <p:cNvSpPr txBox="1"/>
          <p:nvPr/>
        </p:nvSpPr>
        <p:spPr>
          <a:xfrm>
            <a:off x="929640" y="1508760"/>
            <a:ext cx="98551" cy="590929"/>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8767" tIns="48767" rIns="48767" bIns="48767" numCol="1" spcCol="38100" rtlCol="0" anchor="t">
            <a:spAutoFit/>
          </a:bodyPr>
          <a:lstStyle/>
          <a:p>
            <a:pPr marL="0" marR="0" indent="0" algn="l" defTabSz="1733973" rtl="0" fontAlgn="auto" latinLnBrk="0" hangingPunct="0">
              <a:lnSpc>
                <a:spcPct val="100000"/>
              </a:lnSpc>
              <a:spcBef>
                <a:spcPts val="0"/>
              </a:spcBef>
              <a:spcAft>
                <a:spcPts val="0"/>
              </a:spcAft>
              <a:buClrTx/>
              <a:buSzTx/>
              <a:buFontTx/>
              <a:buNone/>
              <a:tabLst/>
            </a:pPr>
            <a:endParaRPr kumimoji="0" lang="en-IN" sz="3200" b="0" i="0" u="none" strike="noStrike" cap="none" spc="0" normalizeH="0" baseline="0" dirty="0">
              <a:ln>
                <a:noFill/>
              </a:ln>
              <a:solidFill>
                <a:srgbClr val="000000"/>
              </a:solidFill>
              <a:effectLst/>
              <a:uFillTx/>
              <a:latin typeface="+mj-lt"/>
              <a:ea typeface="+mj-ea"/>
              <a:cs typeface="+mj-cs"/>
              <a:sym typeface="Calibri"/>
            </a:endParaRPr>
          </a:p>
        </p:txBody>
      </p:sp>
      <p:sp>
        <p:nvSpPr>
          <p:cNvPr id="5" name="Title 1">
            <a:extLst>
              <a:ext uri="{FF2B5EF4-FFF2-40B4-BE49-F238E27FC236}">
                <a16:creationId xmlns:a16="http://schemas.microsoft.com/office/drawing/2014/main" id="{00B2EAEB-9937-834D-EA55-1D57DD76885B}"/>
              </a:ext>
            </a:extLst>
          </p:cNvPr>
          <p:cNvSpPr txBox="1">
            <a:spLocks/>
          </p:cNvSpPr>
          <p:nvPr/>
        </p:nvSpPr>
        <p:spPr>
          <a:xfrm>
            <a:off x="837647" y="1683912"/>
            <a:ext cx="4755986" cy="59436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8767" tIns="48767" rIns="48767" bIns="48767" anchor="ctr">
            <a:normAutofit fontScale="97500"/>
          </a:bodyPr>
          <a:lstStyle>
            <a:lvl1pPr marL="0" marR="0" indent="0" algn="ctr" defTabSz="1456537" rtl="0" latinLnBrk="0">
              <a:lnSpc>
                <a:spcPct val="100000"/>
              </a:lnSpc>
              <a:spcBef>
                <a:spcPts val="0"/>
              </a:spcBef>
              <a:spcAft>
                <a:spcPts val="0"/>
              </a:spcAft>
              <a:buClrTx/>
              <a:buSzTx/>
              <a:buFontTx/>
              <a:buNone/>
              <a:tabLst/>
              <a:defRPr sz="5880" b="1" i="0" u="none" strike="noStrike" cap="none" spc="0" baseline="0">
                <a:solidFill>
                  <a:srgbClr val="000000"/>
                </a:solidFill>
                <a:effectLst>
                  <a:outerShdw blurRad="32004" dist="32004" dir="2700000" rotWithShape="0">
                    <a:srgbClr val="000000">
                      <a:alpha val="43137"/>
                    </a:srgbClr>
                  </a:outerShdw>
                </a:effectLst>
                <a:uFillTx/>
                <a:latin typeface="+mn-lt"/>
                <a:ea typeface="+mn-ea"/>
                <a:cs typeface="+mn-cs"/>
                <a:sym typeface="Times New Roman"/>
              </a:defRPr>
            </a:lvl1pPr>
            <a:lvl2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2pPr>
            <a:lvl3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3pPr>
            <a:lvl4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4pPr>
            <a:lvl5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5pPr>
            <a:lvl6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6pPr>
            <a:lvl7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7pPr>
            <a:lvl8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8pPr>
            <a:lvl9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9pPr>
          </a:lstStyle>
          <a:p>
            <a:pPr hangingPunct="1"/>
            <a:r>
              <a:rPr lang="en-US" sz="2500" dirty="0"/>
              <a:t>Original file size : 1,25,33,760 bytes</a:t>
            </a:r>
            <a:r>
              <a:rPr lang="en-US" sz="2800" dirty="0"/>
              <a:t> </a:t>
            </a:r>
          </a:p>
        </p:txBody>
      </p:sp>
      <p:sp>
        <p:nvSpPr>
          <p:cNvPr id="7" name="Title 1">
            <a:extLst>
              <a:ext uri="{FF2B5EF4-FFF2-40B4-BE49-F238E27FC236}">
                <a16:creationId xmlns:a16="http://schemas.microsoft.com/office/drawing/2014/main" id="{BBA68F03-54B4-1992-8D23-1BBFE40A05A9}"/>
              </a:ext>
            </a:extLst>
          </p:cNvPr>
          <p:cNvSpPr txBox="1">
            <a:spLocks/>
          </p:cNvSpPr>
          <p:nvPr/>
        </p:nvSpPr>
        <p:spPr>
          <a:xfrm>
            <a:off x="1625598" y="908387"/>
            <a:ext cx="9753602" cy="91440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8767" tIns="48767" rIns="48767" bIns="48767" anchor="ctr">
            <a:normAutofit fontScale="97500"/>
          </a:bodyPr>
          <a:lstStyle>
            <a:lvl1pPr marL="0" marR="0" indent="0" algn="ctr" defTabSz="1456537" rtl="0" latinLnBrk="0">
              <a:lnSpc>
                <a:spcPct val="100000"/>
              </a:lnSpc>
              <a:spcBef>
                <a:spcPts val="0"/>
              </a:spcBef>
              <a:spcAft>
                <a:spcPts val="0"/>
              </a:spcAft>
              <a:buClrTx/>
              <a:buSzTx/>
              <a:buFontTx/>
              <a:buNone/>
              <a:tabLst/>
              <a:defRPr sz="5880" b="1" i="0" u="none" strike="noStrike" cap="none" spc="0" baseline="0">
                <a:solidFill>
                  <a:srgbClr val="000000"/>
                </a:solidFill>
                <a:effectLst>
                  <a:outerShdw blurRad="32004" dist="32004" dir="2700000" rotWithShape="0">
                    <a:srgbClr val="000000">
                      <a:alpha val="43137"/>
                    </a:srgbClr>
                  </a:outerShdw>
                </a:effectLst>
                <a:uFillTx/>
                <a:latin typeface="+mn-lt"/>
                <a:ea typeface="+mn-ea"/>
                <a:cs typeface="+mn-cs"/>
                <a:sym typeface="Times New Roman"/>
              </a:defRPr>
            </a:lvl1pPr>
            <a:lvl2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2pPr>
            <a:lvl3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3pPr>
            <a:lvl4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4pPr>
            <a:lvl5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5pPr>
            <a:lvl6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6pPr>
            <a:lvl7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7pPr>
            <a:lvl8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8pPr>
            <a:lvl9pPr marL="0" marR="0" indent="0" algn="ctr" defTabSz="1733973"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j-lt"/>
                <a:ea typeface="+mj-ea"/>
                <a:cs typeface="+mj-cs"/>
                <a:sym typeface="Calibri"/>
              </a:defRPr>
            </a:lvl9pPr>
          </a:lstStyle>
          <a:p>
            <a:pPr hangingPunct="1"/>
            <a:r>
              <a:rPr lang="en-US" sz="3200" dirty="0"/>
              <a:t>(For 3072 x 4080 Greyscale image)</a:t>
            </a:r>
          </a:p>
        </p:txBody>
      </p:sp>
      <p:cxnSp>
        <p:nvCxnSpPr>
          <p:cNvPr id="10" name="Straight Connector 9">
            <a:extLst>
              <a:ext uri="{FF2B5EF4-FFF2-40B4-BE49-F238E27FC236}">
                <a16:creationId xmlns:a16="http://schemas.microsoft.com/office/drawing/2014/main" id="{9CCC4D93-3060-C6F4-1BC0-CEDF0CB36716}"/>
              </a:ext>
            </a:extLst>
          </p:cNvPr>
          <p:cNvCxnSpPr>
            <a:cxnSpLocks/>
          </p:cNvCxnSpPr>
          <p:nvPr/>
        </p:nvCxnSpPr>
        <p:spPr>
          <a:xfrm>
            <a:off x="929640" y="2416297"/>
            <a:ext cx="2286000" cy="997463"/>
          </a:xfrm>
          <a:prstGeom prst="line">
            <a:avLst/>
          </a:prstGeom>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741364"/>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6978B-9B00-28C4-56A3-725603DED7B5}"/>
            </a:ext>
          </a:extLst>
        </p:cNvPr>
        <p:cNvGrpSpPr/>
        <p:nvPr/>
      </p:nvGrpSpPr>
      <p:grpSpPr>
        <a:xfrm>
          <a:off x="0" y="0"/>
          <a:ext cx="0" cy="0"/>
          <a:chOff x="0" y="0"/>
          <a:chExt cx="0" cy="0"/>
        </a:xfrm>
      </p:grpSpPr>
      <p:sp>
        <p:nvSpPr>
          <p:cNvPr id="128" name="Title 1">
            <a:extLst>
              <a:ext uri="{FF2B5EF4-FFF2-40B4-BE49-F238E27FC236}">
                <a16:creationId xmlns:a16="http://schemas.microsoft.com/office/drawing/2014/main" id="{9E5B018F-F790-7BE6-06CA-10FDF2B8E292}"/>
              </a:ext>
            </a:extLst>
          </p:cNvPr>
          <p:cNvSpPr txBox="1">
            <a:spLocks noGrp="1"/>
          </p:cNvSpPr>
          <p:nvPr>
            <p:ph type="title"/>
          </p:nvPr>
        </p:nvSpPr>
        <p:spPr>
          <a:xfrm>
            <a:off x="1625599" y="647125"/>
            <a:ext cx="9753602" cy="914401"/>
          </a:xfrm>
          <a:prstGeom prst="rect">
            <a:avLst/>
          </a:prstGeom>
        </p:spPr>
        <p:txBody>
          <a:bodyPr>
            <a:normAutofit fontScale="90000"/>
          </a:bodyPr>
          <a:lstStyle>
            <a:lvl1pPr defTabSz="1456537">
              <a:defRPr sz="5880" b="1">
                <a:effectLst>
                  <a:outerShdw blurRad="32004" dist="32004" dir="2700000" rotWithShape="0">
                    <a:srgbClr val="000000">
                      <a:alpha val="43137"/>
                    </a:srgbClr>
                  </a:outerShdw>
                </a:effectLst>
                <a:latin typeface="+mn-lt"/>
                <a:ea typeface="+mn-ea"/>
                <a:cs typeface="+mn-cs"/>
                <a:sym typeface="Times New Roman"/>
              </a:defRPr>
            </a:lvl1pPr>
          </a:lstStyle>
          <a:p>
            <a:r>
              <a:rPr lang="en-IN" dirty="0"/>
              <a:t>Synthesis and Testbench Results</a:t>
            </a:r>
            <a:endParaRPr dirty="0"/>
          </a:p>
        </p:txBody>
      </p:sp>
      <p:sp>
        <p:nvSpPr>
          <p:cNvPr id="130" name="Slide Number Placeholder 4">
            <a:extLst>
              <a:ext uri="{FF2B5EF4-FFF2-40B4-BE49-F238E27FC236}">
                <a16:creationId xmlns:a16="http://schemas.microsoft.com/office/drawing/2014/main" id="{2F18A3C4-4FCC-85D8-51DF-0FA011675F47}"/>
              </a:ext>
            </a:extLst>
          </p:cNvPr>
          <p:cNvSpPr txBox="1">
            <a:spLocks noGrp="1"/>
          </p:cNvSpPr>
          <p:nvPr>
            <p:ph type="sldNum" sz="quarter" idx="2"/>
          </p:nvPr>
        </p:nvSpPr>
        <p:spPr>
          <a:xfrm>
            <a:off x="12369933" y="9101351"/>
            <a:ext cx="238973" cy="3462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10</a:t>
            </a:fld>
            <a:endParaRPr/>
          </a:p>
        </p:txBody>
      </p:sp>
      <p:pic>
        <p:nvPicPr>
          <p:cNvPr id="4" name="Picture 3">
            <a:extLst>
              <a:ext uri="{FF2B5EF4-FFF2-40B4-BE49-F238E27FC236}">
                <a16:creationId xmlns:a16="http://schemas.microsoft.com/office/drawing/2014/main" id="{E0A13B21-3A79-3972-1C4C-DB8B5A0BF8CB}"/>
              </a:ext>
            </a:extLst>
          </p:cNvPr>
          <p:cNvPicPr>
            <a:picLocks noChangeAspect="1"/>
          </p:cNvPicPr>
          <p:nvPr/>
        </p:nvPicPr>
        <p:blipFill>
          <a:blip r:embed="rId2"/>
          <a:stretch>
            <a:fillRect/>
          </a:stretch>
        </p:blipFill>
        <p:spPr>
          <a:xfrm>
            <a:off x="0" y="1659257"/>
            <a:ext cx="13004800" cy="5868365"/>
          </a:xfrm>
          <a:prstGeom prst="rect">
            <a:avLst/>
          </a:prstGeom>
        </p:spPr>
      </p:pic>
      <p:pic>
        <p:nvPicPr>
          <p:cNvPr id="11" name="Picture 10">
            <a:extLst>
              <a:ext uri="{FF2B5EF4-FFF2-40B4-BE49-F238E27FC236}">
                <a16:creationId xmlns:a16="http://schemas.microsoft.com/office/drawing/2014/main" id="{EAA8D862-A036-9C31-F004-13C18BCE34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1387" y="6420625"/>
            <a:ext cx="10569091" cy="2213995"/>
          </a:xfrm>
          <a:prstGeom prst="rect">
            <a:avLst/>
          </a:prstGeom>
        </p:spPr>
      </p:pic>
      <p:pic>
        <p:nvPicPr>
          <p:cNvPr id="2" name="Picture 1">
            <a:extLst>
              <a:ext uri="{FF2B5EF4-FFF2-40B4-BE49-F238E27FC236}">
                <a16:creationId xmlns:a16="http://schemas.microsoft.com/office/drawing/2014/main" id="{33DB69B6-98C9-5654-8EA9-8CB8787B13B0}"/>
              </a:ext>
            </a:extLst>
          </p:cNvPr>
          <p:cNvPicPr>
            <a:picLocks noChangeAspect="1"/>
          </p:cNvPicPr>
          <p:nvPr/>
        </p:nvPicPr>
        <p:blipFill>
          <a:blip r:embed="rId4"/>
          <a:stretch>
            <a:fillRect/>
          </a:stretch>
        </p:blipFill>
        <p:spPr>
          <a:xfrm>
            <a:off x="10111408" y="1"/>
            <a:ext cx="2893391" cy="774661"/>
          </a:xfrm>
          <a:prstGeom prst="rect">
            <a:avLst/>
          </a:prstGeom>
        </p:spPr>
      </p:pic>
    </p:spTree>
    <p:extLst>
      <p:ext uri="{BB962C8B-B14F-4D97-AF65-F5344CB8AC3E}">
        <p14:creationId xmlns:p14="http://schemas.microsoft.com/office/powerpoint/2010/main" val="2364901552"/>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Slide Number Placeholder 4"/>
          <p:cNvSpPr txBox="1">
            <a:spLocks noGrp="1"/>
          </p:cNvSpPr>
          <p:nvPr>
            <p:ph type="sldNum" sz="quarter" idx="2"/>
          </p:nvPr>
        </p:nvSpPr>
        <p:spPr>
          <a:xfrm>
            <a:off x="12383772" y="9059834"/>
            <a:ext cx="238974" cy="34627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11</a:t>
            </a:fld>
            <a:endParaRPr/>
          </a:p>
        </p:txBody>
      </p:sp>
      <p:sp>
        <p:nvSpPr>
          <p:cNvPr id="139" name="Title 1"/>
          <p:cNvSpPr txBox="1">
            <a:spLocks noGrp="1"/>
          </p:cNvSpPr>
          <p:nvPr>
            <p:ph type="title"/>
          </p:nvPr>
        </p:nvSpPr>
        <p:spPr>
          <a:xfrm>
            <a:off x="1625599" y="317461"/>
            <a:ext cx="9753602" cy="914401"/>
          </a:xfrm>
          <a:prstGeom prst="rect">
            <a:avLst/>
          </a:prstGeom>
        </p:spPr>
        <p:txBody>
          <a:bodyPr>
            <a:normAutofit fontScale="90000"/>
          </a:bodyPr>
          <a:lstStyle>
            <a:lvl1pPr>
              <a:defRPr sz="5800" b="1">
                <a:effectLst>
                  <a:outerShdw blurRad="38100" dist="38100" dir="2700000" rotWithShape="0">
                    <a:srgbClr val="000000">
                      <a:alpha val="43137"/>
                    </a:srgbClr>
                  </a:outerShdw>
                </a:effectLst>
                <a:latin typeface="+mn-lt"/>
                <a:ea typeface="+mn-ea"/>
                <a:cs typeface="+mn-cs"/>
                <a:sym typeface="Times New Roman"/>
              </a:defRPr>
            </a:lvl1pPr>
          </a:lstStyle>
          <a:p>
            <a:r>
              <a:rPr dirty="0"/>
              <a:t>Time Line</a:t>
            </a:r>
          </a:p>
        </p:txBody>
      </p:sp>
      <p:sp>
        <p:nvSpPr>
          <p:cNvPr id="3" name="TextBox 2">
            <a:extLst>
              <a:ext uri="{FF2B5EF4-FFF2-40B4-BE49-F238E27FC236}">
                <a16:creationId xmlns:a16="http://schemas.microsoft.com/office/drawing/2014/main" id="{F92BCA6C-5F89-6F93-43C1-9DE9B50B04C8}"/>
              </a:ext>
            </a:extLst>
          </p:cNvPr>
          <p:cNvSpPr txBox="1"/>
          <p:nvPr/>
        </p:nvSpPr>
        <p:spPr>
          <a:xfrm>
            <a:off x="247374" y="1151146"/>
            <a:ext cx="12510052" cy="7971413"/>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US" b="1" dirty="0">
                <a:solidFill>
                  <a:srgbClr val="00B050"/>
                </a:solidFill>
              </a:rPr>
              <a:t>Weeks 1–2: Foundation &amp; Modeling</a:t>
            </a:r>
          </a:p>
          <a:p>
            <a:pPr>
              <a:buNone/>
            </a:pPr>
            <a:r>
              <a:rPr lang="en-US" dirty="0">
                <a:solidFill>
                  <a:srgbClr val="00B050"/>
                </a:solidFill>
              </a:rPr>
              <a:t>Finalize algorithm details and precisely define the predictor and residual models.</a:t>
            </a:r>
          </a:p>
          <a:p>
            <a:pPr>
              <a:buNone/>
            </a:pPr>
            <a:r>
              <a:rPr lang="en-US" b="1" dirty="0">
                <a:solidFill>
                  <a:srgbClr val="00B050"/>
                </a:solidFill>
              </a:rPr>
              <a:t>Weeks 3–4: Encoder RTL Design</a:t>
            </a:r>
          </a:p>
          <a:p>
            <a:pPr>
              <a:buNone/>
            </a:pPr>
            <a:r>
              <a:rPr lang="en-US" dirty="0">
                <a:solidFill>
                  <a:srgbClr val="00B050"/>
                </a:solidFill>
              </a:rPr>
              <a:t>Develop Register-Transfer Level (RTL) architecture for the Line Buffer, Predictor, and Entropy Encoder.</a:t>
            </a:r>
          </a:p>
          <a:p>
            <a:pPr>
              <a:buNone/>
            </a:pPr>
            <a:r>
              <a:rPr lang="en-US" b="1" dirty="0"/>
              <a:t>Weeks 5–6: Decoder RTL &amp; Integration</a:t>
            </a:r>
          </a:p>
          <a:p>
            <a:pPr>
              <a:buNone/>
            </a:pPr>
            <a:r>
              <a:rPr lang="en-US" dirty="0"/>
              <a:t>Design the decoder RTL and integrate it with the encoder module.</a:t>
            </a:r>
          </a:p>
          <a:p>
            <a:pPr>
              <a:buNone/>
            </a:pPr>
            <a:r>
              <a:rPr lang="en-US" b="1" dirty="0">
                <a:solidFill>
                  <a:srgbClr val="00B050"/>
                </a:solidFill>
              </a:rPr>
              <a:t>Weeks 7–8: Simulation &amp; Verification</a:t>
            </a:r>
          </a:p>
          <a:p>
            <a:pPr>
              <a:buNone/>
            </a:pPr>
            <a:r>
              <a:rPr lang="en-US" dirty="0">
                <a:solidFill>
                  <a:srgbClr val="00B050"/>
                </a:solidFill>
              </a:rPr>
              <a:t>Simulation of Encoder is verified Successfully</a:t>
            </a:r>
          </a:p>
          <a:p>
            <a:pPr>
              <a:buNone/>
            </a:pPr>
            <a:r>
              <a:rPr lang="en-US" b="1" dirty="0"/>
              <a:t>Weeks 9–10: FPGA Implementation &amp; Optimization</a:t>
            </a:r>
          </a:p>
          <a:p>
            <a:pPr>
              <a:buNone/>
            </a:pPr>
            <a:r>
              <a:rPr lang="en-US" dirty="0"/>
              <a:t>Perform FPGA synthesis, detailed timing analysis, and implement critical optimizations </a:t>
            </a:r>
            <a:r>
              <a:rPr lang="en-US"/>
              <a:t>with GUI.</a:t>
            </a:r>
            <a:endParaRPr lang="en-US" dirty="0"/>
          </a:p>
          <a:p>
            <a:pPr>
              <a:buNone/>
            </a:pPr>
            <a:r>
              <a:rPr lang="en-US" b="1" dirty="0"/>
              <a:t>Week 11: Evaluation &amp; Documentation</a:t>
            </a:r>
          </a:p>
          <a:p>
            <a:pPr>
              <a:buNone/>
            </a:pPr>
            <a:r>
              <a:rPr lang="en-US" dirty="0"/>
              <a:t>Final performance evaluation, comprehensive testing, and completion of all project documentation.</a:t>
            </a:r>
          </a:p>
        </p:txBody>
      </p:sp>
      <p:pic>
        <p:nvPicPr>
          <p:cNvPr id="2" name="Picture 1">
            <a:extLst>
              <a:ext uri="{FF2B5EF4-FFF2-40B4-BE49-F238E27FC236}">
                <a16:creationId xmlns:a16="http://schemas.microsoft.com/office/drawing/2014/main" id="{033D548F-BD67-9485-4CE1-20362B4DC541}"/>
              </a:ext>
            </a:extLst>
          </p:cNvPr>
          <p:cNvPicPr>
            <a:picLocks noChangeAspect="1"/>
          </p:cNvPicPr>
          <p:nvPr/>
        </p:nvPicPr>
        <p:blipFill>
          <a:blip r:embed="rId2"/>
          <a:stretch>
            <a:fillRect/>
          </a:stretch>
        </p:blipFill>
        <p:spPr>
          <a:xfrm>
            <a:off x="10111408" y="1"/>
            <a:ext cx="2893391" cy="774661"/>
          </a:xfrm>
          <a:prstGeom prst="rect">
            <a:avLst/>
          </a:prstGeom>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Slide Number Placeholder 4"/>
          <p:cNvSpPr txBox="1">
            <a:spLocks noGrp="1"/>
          </p:cNvSpPr>
          <p:nvPr>
            <p:ph type="sldNum" sz="quarter" idx="2"/>
          </p:nvPr>
        </p:nvSpPr>
        <p:spPr>
          <a:xfrm>
            <a:off x="12394506" y="9143620"/>
            <a:ext cx="367709" cy="3462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12</a:t>
            </a:fld>
            <a:endParaRPr/>
          </a:p>
        </p:txBody>
      </p:sp>
      <p:sp>
        <p:nvSpPr>
          <p:cNvPr id="144" name="Rectangle 5"/>
          <p:cNvSpPr txBox="1"/>
          <p:nvPr/>
        </p:nvSpPr>
        <p:spPr>
          <a:xfrm>
            <a:off x="3334801" y="4273559"/>
            <a:ext cx="6335197" cy="1206482"/>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8767" tIns="48767" rIns="48767" bIns="48767">
            <a:spAutoFit/>
          </a:bodyPr>
          <a:lstStyle>
            <a:lvl1pPr algn="ctr" defTabSz="325120">
              <a:defRPr sz="5800">
                <a:latin typeface="+mn-lt"/>
                <a:ea typeface="+mn-ea"/>
                <a:cs typeface="+mn-cs"/>
                <a:sym typeface="Times New Roman"/>
              </a:defRPr>
            </a:lvl1pPr>
          </a:lstStyle>
          <a:p>
            <a:r>
              <a:rPr sz="7200" b="1" dirty="0"/>
              <a:t>THANK YOU</a:t>
            </a:r>
            <a:r>
              <a:rPr lang="en-IN" sz="7200" b="1" dirty="0"/>
              <a:t> !</a:t>
            </a:r>
            <a:endParaRPr sz="7200" b="1" dirty="0"/>
          </a:p>
        </p:txBody>
      </p:sp>
      <p:pic>
        <p:nvPicPr>
          <p:cNvPr id="2" name="Picture 1">
            <a:extLst>
              <a:ext uri="{FF2B5EF4-FFF2-40B4-BE49-F238E27FC236}">
                <a16:creationId xmlns:a16="http://schemas.microsoft.com/office/drawing/2014/main" id="{9B3C243B-2207-3F7A-4B57-0683916679DC}"/>
              </a:ext>
            </a:extLst>
          </p:cNvPr>
          <p:cNvPicPr>
            <a:picLocks noChangeAspect="1"/>
          </p:cNvPicPr>
          <p:nvPr/>
        </p:nvPicPr>
        <p:blipFill>
          <a:blip r:embed="rId2"/>
          <a:stretch>
            <a:fillRect/>
          </a:stretch>
        </p:blipFill>
        <p:spPr>
          <a:xfrm>
            <a:off x="10111408" y="1"/>
            <a:ext cx="2893391" cy="774661"/>
          </a:xfrm>
          <a:prstGeom prst="rect">
            <a:avLst/>
          </a:prstGeom>
        </p:spPr>
      </p:pic>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Times New Roman"/>
        <a:ea typeface="Times New Roman"/>
        <a:cs typeface="Times New Roman"/>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25400" dist="12700" dir="5400000" rotWithShape="0">
              <a:srgbClr val="000000">
                <a:alpha val="35000"/>
              </a:srgbClr>
            </a:outerShdw>
          </a:effectLst>
        </a:effectStyle>
        <a:effectStyle>
          <a:effectLst>
            <a:outerShdw blurRad="25400" dist="12700" dir="5400000" rotWithShape="0">
              <a:srgbClr val="000000">
                <a:alpha val="35000"/>
              </a:srgbClr>
            </a:outerShdw>
          </a:effectLst>
        </a:effectStyle>
        <a:effectStyle>
          <a:effectLst>
            <a:outerShdw blurRad="25400" dist="127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round/>
        </a:ln>
        <a:effectLst>
          <a:outerShdw blurRad="25400" dist="12700" dir="5400000" rotWithShape="0">
            <a:srgbClr val="000000">
              <a:alpha val="35000"/>
            </a:srgbClr>
          </a:outerShdw>
        </a:effectLst>
        <a:sp3d/>
      </a:spPr>
      <a:bodyPr rot="0" spcFirstLastPara="1" vertOverflow="overflow" horzOverflow="overflow" vert="horz" wrap="square" lIns="48767" tIns="48767" rIns="48767" bIns="48767" numCol="1" spcCol="38100" rtlCol="0" anchor="ctr">
        <a:spAutoFit/>
      </a:bodyPr>
      <a:lstStyle>
        <a:defPPr marL="0" marR="0" indent="0" algn="l" defTabSz="1733973"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round/>
        </a:ln>
        <a:effectLst>
          <a:outerShdw blurRad="25400" dist="127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48767" tIns="48767" rIns="48767" bIns="48767" numCol="1" spcCol="38100" rtlCol="0" anchor="t">
        <a:spAutoFit/>
      </a:bodyPr>
      <a:lstStyle>
        <a:defPPr marL="0" marR="0" indent="0" algn="l" defTabSz="1733973"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Times New Roman"/>
        <a:ea typeface="Times New Roman"/>
        <a:cs typeface="Times New Roman"/>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25400" dist="12700" dir="5400000" rotWithShape="0">
              <a:srgbClr val="000000">
                <a:alpha val="35000"/>
              </a:srgbClr>
            </a:outerShdw>
          </a:effectLst>
        </a:effectStyle>
        <a:effectStyle>
          <a:effectLst>
            <a:outerShdw blurRad="25400" dist="12700" dir="5400000" rotWithShape="0">
              <a:srgbClr val="000000">
                <a:alpha val="35000"/>
              </a:srgbClr>
            </a:outerShdw>
          </a:effectLst>
        </a:effectStyle>
        <a:effectStyle>
          <a:effectLst>
            <a:outerShdw blurRad="25400" dist="127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round/>
        </a:ln>
        <a:effectLst>
          <a:outerShdw blurRad="25400" dist="12700" dir="5400000" rotWithShape="0">
            <a:srgbClr val="000000">
              <a:alpha val="35000"/>
            </a:srgbClr>
          </a:outerShdw>
        </a:effectLst>
        <a:sp3d/>
      </a:spPr>
      <a:bodyPr rot="0" spcFirstLastPara="1" vertOverflow="overflow" horzOverflow="overflow" vert="horz" wrap="square" lIns="48767" tIns="48767" rIns="48767" bIns="48767" numCol="1" spcCol="38100" rtlCol="0" anchor="ctr">
        <a:spAutoFit/>
      </a:bodyPr>
      <a:lstStyle>
        <a:defPPr marL="0" marR="0" indent="0" algn="l" defTabSz="1733973"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round/>
        </a:ln>
        <a:effectLst>
          <a:outerShdw blurRad="25400" dist="127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48767" tIns="48767" rIns="48767" bIns="48767" numCol="1" spcCol="38100" rtlCol="0" anchor="t">
        <a:spAutoFit/>
      </a:bodyPr>
      <a:lstStyle>
        <a:defPPr marL="0" marR="0" indent="0" algn="l" defTabSz="1733973"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3497</TotalTime>
  <Words>658</Words>
  <Application>Microsoft Office PowerPoint</Application>
  <PresentationFormat>Custom</PresentationFormat>
  <Paragraphs>94</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Hardware Implementation of Lossless Image Compression</vt:lpstr>
      <vt:lpstr>Abstract</vt:lpstr>
      <vt:lpstr>Objective and Pipeline</vt:lpstr>
      <vt:lpstr>PowerPoint Presentation</vt:lpstr>
      <vt:lpstr>PowerPoint Presentation</vt:lpstr>
      <vt:lpstr>PowerPoint Presentation</vt:lpstr>
      <vt:lpstr>PowerPoint Presentation</vt:lpstr>
      <vt:lpstr>PowerPoint Presentation</vt:lpstr>
      <vt:lpstr>Obtained parameters</vt:lpstr>
      <vt:lpstr>Synthesis and Testbench Results</vt:lpstr>
      <vt:lpstr>Time Line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Dr. SRIDEVI A</dc:creator>
  <cp:lastModifiedBy>Deepan Raj</cp:lastModifiedBy>
  <cp:revision>22</cp:revision>
  <dcterms:modified xsi:type="dcterms:W3CDTF">2026-03-12T11:03:18Z</dcterms:modified>
</cp:coreProperties>
</file>